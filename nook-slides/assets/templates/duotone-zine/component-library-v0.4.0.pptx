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0ed8100a7486c" /><Relationship Type="http://schemas.openxmlformats.org/officeDocument/2006/relationships/extended-properties" Target="/docProps/app.xml" Id="R1b7eeebd62b3400d" /><Relationship Type="http://schemas.openxmlformats.org/officeDocument/2006/relationships/officeDocument" Target="/ppt/presentation.xml" Id="Ra04d74a7686a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a9c26b7fa468c"/>
  </p:sldMasterIdLst>
  <p:notesMasterIdLst>
    <p:notesMasterId xmlns:r="http://schemas.openxmlformats.org/officeDocument/2006/relationships" r:id="Rda1f69c0145c4b7c"/>
  </p:notesMasterIdLst>
  <p:sldIdLst>
    <p:sldId xmlns:r="http://schemas.openxmlformats.org/officeDocument/2006/relationships" id="256" r:id="R60406892270347f4"/>
    <p:sldId xmlns:r="http://schemas.openxmlformats.org/officeDocument/2006/relationships" id="257" r:id="R60f56db3fd334e07"/>
    <p:sldId xmlns:r="http://schemas.openxmlformats.org/officeDocument/2006/relationships" id="258" r:id="Rcf903ca530a144f4"/>
    <p:sldId xmlns:r="http://schemas.openxmlformats.org/officeDocument/2006/relationships" id="259" r:id="R1dd13646d22747ea"/>
    <p:sldId xmlns:r="http://schemas.openxmlformats.org/officeDocument/2006/relationships" id="260" r:id="Ra89490a773bc417d"/>
    <p:sldId xmlns:r="http://schemas.openxmlformats.org/officeDocument/2006/relationships" id="261" r:id="R799ba344d07c4d6f"/>
    <p:sldId xmlns:r="http://schemas.openxmlformats.org/officeDocument/2006/relationships" id="262" r:id="Rf4697e52f3a34d57"/>
    <p:sldId xmlns:r="http://schemas.openxmlformats.org/officeDocument/2006/relationships" id="263" r:id="Rafbffc85d7c14aee"/>
    <p:sldId xmlns:r="http://schemas.openxmlformats.org/officeDocument/2006/relationships" id="264" r:id="R96f85587a91a4153"/>
    <p:sldId xmlns:r="http://schemas.openxmlformats.org/officeDocument/2006/relationships" id="265" r:id="R645b424dcefe450f"/>
    <p:sldId xmlns:r="http://schemas.openxmlformats.org/officeDocument/2006/relationships" id="266" r:id="R5e41e53a0cfb413b"/>
    <p:sldId xmlns:r="http://schemas.openxmlformats.org/officeDocument/2006/relationships" id="267" r:id="R6e3770e6408e4446"/>
    <p:sldId xmlns:r="http://schemas.openxmlformats.org/officeDocument/2006/relationships" id="268" r:id="Rdb9e53c522f243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06fb871844b04" /><Relationship Type="http://schemas.openxmlformats.org/officeDocument/2006/relationships/slideMaster" Target="/ppt/slideMasters/slideMaster1.xml" Id="R792a9c26b7fa468c" /><Relationship Type="http://schemas.openxmlformats.org/officeDocument/2006/relationships/notesMaster" Target="/ppt/notesMasters/notesMaster1.xml" Id="Rda1f69c0145c4b7c" /><Relationship Type="http://schemas.openxmlformats.org/officeDocument/2006/relationships/presProps" Target="/ppt/presProps.xml" Id="R355c4690d7ec4111" /><Relationship Type="http://schemas.openxmlformats.org/officeDocument/2006/relationships/tableStyles" Target="/ppt/tableStyles.xml" Id="Ref0ff883601743f0" /><Relationship Type="http://schemas.openxmlformats.org/officeDocument/2006/relationships/slide" Target="/ppt/slides/slide1.xml" Id="R60406892270347f4" /><Relationship Type="http://schemas.openxmlformats.org/officeDocument/2006/relationships/slide" Target="/ppt/slides/slide2.xml" Id="R60f56db3fd334e07" /><Relationship Type="http://schemas.openxmlformats.org/officeDocument/2006/relationships/slide" Target="/ppt/slides/slide3.xml" Id="Rcf903ca530a144f4" /><Relationship Type="http://schemas.openxmlformats.org/officeDocument/2006/relationships/slide" Target="/ppt/slides/slide4.xml" Id="R1dd13646d22747ea" /><Relationship Type="http://schemas.openxmlformats.org/officeDocument/2006/relationships/slide" Target="/ppt/slides/slide5.xml" Id="Ra89490a773bc417d" /><Relationship Type="http://schemas.openxmlformats.org/officeDocument/2006/relationships/slide" Target="/ppt/slides/slide6.xml" Id="R799ba344d07c4d6f" /><Relationship Type="http://schemas.openxmlformats.org/officeDocument/2006/relationships/slide" Target="/ppt/slides/slide7.xml" Id="Rf4697e52f3a34d57" /><Relationship Type="http://schemas.openxmlformats.org/officeDocument/2006/relationships/slide" Target="/ppt/slides/slide8.xml" Id="Rafbffc85d7c14aee" /><Relationship Type="http://schemas.openxmlformats.org/officeDocument/2006/relationships/slide" Target="/ppt/slides/slide9.xml" Id="R96f85587a91a4153" /><Relationship Type="http://schemas.openxmlformats.org/officeDocument/2006/relationships/slide" Target="/ppt/slides/slide10.xml" Id="R645b424dcefe450f" /><Relationship Type="http://schemas.openxmlformats.org/officeDocument/2006/relationships/slide" Target="/ppt/slides/slide11.xml" Id="R5e41e53a0cfb413b" /><Relationship Type="http://schemas.openxmlformats.org/officeDocument/2006/relationships/slide" Target="/ppt/slides/slide12.xml" Id="R6e3770e6408e4446" /><Relationship Type="http://schemas.openxmlformats.org/officeDocument/2006/relationships/slide" Target="/ppt/slides/slide13.xml" Id="Rdb9e53c522f2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852a9a0c740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f01c9ed2ee4608" /><Relationship Type="http://schemas.openxmlformats.org/officeDocument/2006/relationships/notesMaster" Target="/ppt/notesMasters/notesMaster1.xml" Id="R87be4b1ac9b3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0c8013c5b14f07" /><Relationship Type="http://schemas.openxmlformats.org/officeDocument/2006/relationships/notesMaster" Target="/ppt/notesMasters/notesMaster1.xml" Id="Rccb70edfd614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320b6ef94467b" /><Relationship Type="http://schemas.openxmlformats.org/officeDocument/2006/relationships/notesMaster" Target="/ppt/notesMasters/notesMaster1.xml" Id="R132c2ef3b697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22c6136ae6403b" /><Relationship Type="http://schemas.openxmlformats.org/officeDocument/2006/relationships/notesMaster" Target="/ppt/notesMasters/notesMaster1.xml" Id="Re48cae69c5da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afb40e19a74428" /><Relationship Type="http://schemas.openxmlformats.org/officeDocument/2006/relationships/notesMaster" Target="/ppt/notesMasters/notesMaster1.xml" Id="Rfec8f43030e1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2e4b143a6475c" /><Relationship Type="http://schemas.openxmlformats.org/officeDocument/2006/relationships/notesMaster" Target="/ppt/notesMasters/notesMaster1.xml" Id="Rf68e01b753bc4e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3629684b7c4c55" /><Relationship Type="http://schemas.openxmlformats.org/officeDocument/2006/relationships/notesMaster" Target="/ppt/notesMasters/notesMaster1.xml" Id="Raa86cc6b695447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9459e6a9446af" /><Relationship Type="http://schemas.openxmlformats.org/officeDocument/2006/relationships/notesMaster" Target="/ppt/notesMasters/notesMaster1.xml" Id="R29b660030a7f4b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4f823b97c54809" /><Relationship Type="http://schemas.openxmlformats.org/officeDocument/2006/relationships/notesMaster" Target="/ppt/notesMasters/notesMaster1.xml" Id="R41e3f400f09047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75f58f13b49e8" /><Relationship Type="http://schemas.openxmlformats.org/officeDocument/2006/relationships/notesMaster" Target="/ppt/notesMasters/notesMaster1.xml" Id="R73a790a1ab8c4d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840f94c0f44f07" /><Relationship Type="http://schemas.openxmlformats.org/officeDocument/2006/relationships/notesMaster" Target="/ppt/notesMasters/notesMaster1.xml" Id="Rdaeb46bd16d84a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905096382b416b" /><Relationship Type="http://schemas.openxmlformats.org/officeDocument/2006/relationships/notesMaster" Target="/ppt/notesMasters/notesMaster1.xml" Id="R557b334839fa4d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a72ab570d34ee8" /><Relationship Type="http://schemas.openxmlformats.org/officeDocument/2006/relationships/notesMaster" Target="/ppt/notesMasters/notesMaster1.xml" Id="R4012a88a697946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45f85edaa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0e12cccb04a4b" /><Relationship Type="http://schemas.openxmlformats.org/officeDocument/2006/relationships/slideLayout" Target="/ppt/slideLayouts/slideLayout1.xml" Id="R0cdcbf3fcfc14b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cbf3fcfc14b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29f0facfe4810" /><Relationship Type="http://schemas.openxmlformats.org/officeDocument/2006/relationships/notesSlide" Target="/ppt/notesSlides/notesSlide1.xml" Id="R5daf2057af35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bafe7389a4160" /><Relationship Type="http://schemas.openxmlformats.org/officeDocument/2006/relationships/notesSlide" Target="/ppt/notesSlides/notesSlide2.xml" Id="Rcb4ff28d3e83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45071ef44464b" /><Relationship Type="http://schemas.openxmlformats.org/officeDocument/2006/relationships/notesSlide" Target="/ppt/notesSlides/notesSlide3.xml" Id="R169dd043dd4340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2dbfe11d8445b" /><Relationship Type="http://schemas.openxmlformats.org/officeDocument/2006/relationships/notesSlide" Target="/ppt/notesSlides/notesSlide4.xml" Id="Rd74515777aeb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2e69a7bde4d2d" /><Relationship Type="http://schemas.openxmlformats.org/officeDocument/2006/relationships/notesSlide" Target="/ppt/notesSlides/notesSlide5.xml" Id="R6575908baaab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e190453a242be" /><Relationship Type="http://schemas.openxmlformats.org/officeDocument/2006/relationships/notesSlide" Target="/ppt/notesSlides/notesSlide6.xml" Id="Re24f0dc3661741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edd98141f4117" /><Relationship Type="http://schemas.openxmlformats.org/officeDocument/2006/relationships/notesSlide" Target="/ppt/notesSlides/notesSlide7.xml" Id="R089ebf08649248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5837cdbc5451c" /><Relationship Type="http://schemas.openxmlformats.org/officeDocument/2006/relationships/notesSlide" Target="/ppt/notesSlides/notesSlide8.xml" Id="Rf1701955dc3b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a0daef0cd450a" /><Relationship Type="http://schemas.openxmlformats.org/officeDocument/2006/relationships/notesSlide" Target="/ppt/notesSlides/notesSlide9.xml" Id="R957130d1869045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b14bbf2654569" /><Relationship Type="http://schemas.openxmlformats.org/officeDocument/2006/relationships/notesSlide" Target="/ppt/notesSlides/notesSlide10.xml" Id="Rd4f8bfe6d30d48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51fa332be4457" /><Relationship Type="http://schemas.openxmlformats.org/officeDocument/2006/relationships/notesSlide" Target="/ppt/notesSlides/notesSlide11.xml" Id="Rf63b3408af8048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4a77f66ef455e" /><Relationship Type="http://schemas.openxmlformats.org/officeDocument/2006/relationships/notesSlide" Target="/ppt/notesSlides/notesSlide12.xml" Id="R5bc95f771d084d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549b921847ee" /><Relationship Type="http://schemas.openxmlformats.org/officeDocument/2006/relationships/notesSlide" Target="/ppt/notesSlides/notesSlide13.xml" Id="Rfccba02d04964b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-code">
            <a:extLst xmlns:a="http://schemas.openxmlformats.org/drawingml/2006/main">
              <a:ext uri="{FF2B5EF4-FFF2-40B4-BE49-F238E27FC236}">
                <a16:creationId xmlns:a16="http://schemas.microsoft.com/office/drawing/2014/main" id="{595454E3-13F7-4DE5-B4B6-A24256C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C01 / GIANT TITLE</a:t>
            </a:r>
          </a:p>
        </p:txBody>
      </p:sp>
      <p:sp>
        <p:nvSpPr>
          <p:cNvPr id="2" name="page-1-note">
            <a:extLst xmlns:a="http://schemas.openxmlformats.org/drawingml/2006/main">
              <a:ext uri="{FF2B5EF4-FFF2-40B4-BE49-F238E27FC236}">
                <a16:creationId xmlns:a16="http://schemas.microsoft.com/office/drawing/2014/main" id="{2F2A79DF-63FC-423C-B7BA-269AAB0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少字 / 大字 / 强入口</a:t>
            </a:r>
          </a:p>
        </p:txBody>
      </p:sp>
      <p:sp>
        <p:nvSpPr>
          <p:cNvPr id="3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DD45DCF7-8D51-4ADA-96F9-037A378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巨型标题页</a:t>
            </a:r>
          </a:p>
        </p:txBody>
      </p:sp>
      <p:sp>
        <p:nvSpPr>
          <p:cNvPr id="4" name="page-1-folio">
            <a:extLst xmlns:a="http://schemas.openxmlformats.org/drawingml/2006/main">
              <a:ext uri="{FF2B5EF4-FFF2-40B4-BE49-F238E27FC236}">
                <a16:creationId xmlns:a16="http://schemas.microsoft.com/office/drawing/2014/main" id="{811CD0AA-97BA-46B1-A855-FA639D4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P01 / GIANT TITLE</a:t>
            </a:r>
          </a:p>
        </p:txBody>
      </p:sp>
      <p:sp>
        <p:nvSpPr>
          <p:cNvPr id="5" name="page-1-use-shadow">
            <a:extLst xmlns:a="http://schemas.openxmlformats.org/drawingml/2006/main">
              <a:ext uri="{FF2B5EF4-FFF2-40B4-BE49-F238E27FC236}">
                <a16:creationId xmlns:a16="http://schemas.microsoft.com/office/drawing/2014/main" id="{8EA2F6B5-18D1-4DD0-8EDC-5D538B12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1-use">
            <a:extLst xmlns:a="http://schemas.openxmlformats.org/drawingml/2006/main">
              <a:ext uri="{FF2B5EF4-FFF2-40B4-BE49-F238E27FC236}">
                <a16:creationId xmlns:a16="http://schemas.microsoft.com/office/drawing/2014/main" id="{2197F40F-4147-4B3E-9649-0FDA228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1-use-text">
            <a:extLst xmlns:a="http://schemas.openxmlformats.org/drawingml/2006/main">
              <a:ext uri="{FF2B5EF4-FFF2-40B4-BE49-F238E27FC236}">
                <a16:creationId xmlns:a16="http://schemas.microsoft.com/office/drawing/2014/main" id="{BD93ACCB-4A74-4583-AE3A-EF8299C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15F43A6B-FE89-436F-B734-F036D0F4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28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71713"/>
                </a:solidFill>
              </a:defRPr>
            </a:pPr>
            <a:r>
              <a:rPr sz="4125" b="1">
                <a:solidFill>
                  <a:srgbClr val="171713"/>
                </a:solidFill>
              </a:rPr>
              <a:t>可编辑</a:t>
            </a:r>
          </a:p>
          <a:p xmlns:a="http://schemas.openxmlformats.org/drawingml/2006/main">
            <a:pPr algn="l">
              <a:defRPr sz="4125" b="1">
                <a:solidFill>
                  <a:srgbClr val="171713"/>
                </a:solidFill>
              </a:defRPr>
            </a:pPr>
            <a:r>
              <a:rPr sz="4125" b="1">
                <a:solidFill>
                  <a:srgbClr val="171713"/>
                </a:solidFill>
              </a:rPr>
              <a:t>PPT</a:t>
            </a:r>
          </a:p>
          <a:p xmlns:a="http://schemas.openxmlformats.org/drawingml/2006/main">
            <a:pPr algn="l">
              <a:defRPr sz="4125" b="1">
                <a:solidFill>
                  <a:srgbClr val="171713"/>
                </a:solidFill>
              </a:defRPr>
            </a:pPr>
            <a:r>
              <a:rPr sz="4125" b="1">
                <a:solidFill>
                  <a:srgbClr val="171713"/>
                </a:solidFill>
              </a:rPr>
              <a:t>不是截图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1564E97-01A8-48B5-97E2-42C2EDE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005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0" name="cover-body">
            <a:extLst xmlns:a="http://schemas.openxmlformats.org/drawingml/2006/main">
              <a:ext uri="{FF2B5EF4-FFF2-40B4-BE49-F238E27FC236}">
                <a16:creationId xmlns:a16="http://schemas.microsoft.com/office/drawing/2014/main" id="{17144F4C-6FD3-4124-A572-B3DED132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305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5F55"/>
                </a:solidFill>
              </a:defRPr>
            </a:pPr>
            <a:r>
              <a:rPr sz="1575" b="0">
                <a:solidFill>
                  <a:srgbClr val="625F55"/>
                </a:solidFill>
              </a:rPr>
              <a:t>它是一套能被拆开、移动、重排、再编辑的出版组件。</a:t>
            </a:r>
          </a:p>
        </p:txBody>
      </p:sp>
      <p:sp>
        <p:nvSpPr>
          <p:cNvPr id="11" name="cover-image-slot-shadow">
            <a:extLst xmlns:a="http://schemas.openxmlformats.org/drawingml/2006/main">
              <a:ext uri="{FF2B5EF4-FFF2-40B4-BE49-F238E27FC236}">
                <a16:creationId xmlns:a16="http://schemas.microsoft.com/office/drawing/2014/main" id="{57ACE866-59AF-48B9-9651-D95ACCAB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13144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2" name="cover-image-slot">
            <a:extLst xmlns:a="http://schemas.openxmlformats.org/drawingml/2006/main">
              <a:ext uri="{FF2B5EF4-FFF2-40B4-BE49-F238E27FC236}">
                <a16:creationId xmlns:a16="http://schemas.microsoft.com/office/drawing/2014/main" id="{A8DBF66E-6CA2-41ED-B9DD-2A47A9D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25730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3" name="cover-image-label-shape">
            <a:extLst xmlns:a="http://schemas.openxmlformats.org/drawingml/2006/main">
              <a:ext uri="{FF2B5EF4-FFF2-40B4-BE49-F238E27FC236}">
                <a16:creationId xmlns:a16="http://schemas.microsoft.com/office/drawing/2014/main" id="{7EB19709-A781-419B-8B27-628F01B2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466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4" name="cover-image-label">
            <a:extLst xmlns:a="http://schemas.openxmlformats.org/drawingml/2006/main">
              <a:ext uri="{FF2B5EF4-FFF2-40B4-BE49-F238E27FC236}">
                <a16:creationId xmlns:a16="http://schemas.microsoft.com/office/drawing/2014/main" id="{AA8EA785-E1AF-42A2-803A-32F03B6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15144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IMG-A / 4:5</a:t>
            </a:r>
          </a:p>
        </p:txBody>
      </p:sp>
      <p:sp>
        <p:nvSpPr>
          <p:cNvPr id="15" name="cover-image-inner">
            <a:extLst xmlns:a="http://schemas.openxmlformats.org/drawingml/2006/main">
              <a:ext uri="{FF2B5EF4-FFF2-40B4-BE49-F238E27FC236}">
                <a16:creationId xmlns:a16="http://schemas.microsoft.com/office/drawing/2014/main" id="{AB03C769-5805-4187-ADA8-E6A54B0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885950"/>
            <a:ext cx="3657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9525">
            <a:solidFill>
              <a:srgbClr val="625F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03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2-code">
            <a:extLst xmlns:a="http://schemas.openxmlformats.org/drawingml/2006/main">
              <a:ext uri="{FF2B5EF4-FFF2-40B4-BE49-F238E27FC236}">
                <a16:creationId xmlns:a16="http://schemas.microsoft.com/office/drawing/2014/main" id="{E383B153-C183-48A7-AEEC-3260DB8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C02 / STATEMENT</a:t>
            </a:r>
          </a:p>
        </p:txBody>
      </p:sp>
      <p:sp>
        <p:nvSpPr>
          <p:cNvPr id="2" name="page-2-note">
            <a:extLst xmlns:a="http://schemas.openxmlformats.org/drawingml/2006/main">
              <a:ext uri="{FF2B5EF4-FFF2-40B4-BE49-F238E27FC236}">
                <a16:creationId xmlns:a16="http://schemas.microsoft.com/office/drawing/2014/main" id="{1A5EADC3-14C8-4F8C-838A-BB5D5785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纯文字唯一例外</a:t>
            </a:r>
          </a:p>
        </p:txBody>
      </p:sp>
      <p:sp>
        <p:nvSpPr>
          <p:cNvPr id="3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F975A6F2-F452-47FF-BFB3-BDDDD79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一句话判断页</a:t>
            </a:r>
          </a:p>
        </p:txBody>
      </p:sp>
      <p:sp>
        <p:nvSpPr>
          <p:cNvPr id="4" name="page-2-folio">
            <a:extLst xmlns:a="http://schemas.openxmlformats.org/drawingml/2006/main">
              <a:ext uri="{FF2B5EF4-FFF2-40B4-BE49-F238E27FC236}">
                <a16:creationId xmlns:a16="http://schemas.microsoft.com/office/drawing/2014/main" id="{54D48EE8-256A-4BB6-AD52-45830E2D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P02 / STATEMENT</a:t>
            </a:r>
          </a:p>
        </p:txBody>
      </p:sp>
      <p:sp>
        <p:nvSpPr>
          <p:cNvPr id="5" name="page-2-use-shadow">
            <a:extLst xmlns:a="http://schemas.openxmlformats.org/drawingml/2006/main">
              <a:ext uri="{FF2B5EF4-FFF2-40B4-BE49-F238E27FC236}">
                <a16:creationId xmlns:a16="http://schemas.microsoft.com/office/drawing/2014/main" id="{EDA42952-0B03-4AB9-8E8F-0EBCB0D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2-use">
            <a:extLst xmlns:a="http://schemas.openxmlformats.org/drawingml/2006/main">
              <a:ext uri="{FF2B5EF4-FFF2-40B4-BE49-F238E27FC236}">
                <a16:creationId xmlns:a16="http://schemas.microsoft.com/office/drawing/2014/main" id="{A76867B2-90AD-4DB1-8891-2533BAD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2-use-text">
            <a:extLst xmlns:a="http://schemas.openxmlformats.org/drawingml/2006/main">
              <a:ext uri="{FF2B5EF4-FFF2-40B4-BE49-F238E27FC236}">
                <a16:creationId xmlns:a16="http://schemas.microsoft.com/office/drawing/2014/main" id="{8BEA3E26-2688-4CC4-BBEE-FAC301A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statement-panel-shadow">
            <a:extLst xmlns:a="http://schemas.openxmlformats.org/drawingml/2006/main">
              <a:ext uri="{FF2B5EF4-FFF2-40B4-BE49-F238E27FC236}">
                <a16:creationId xmlns:a16="http://schemas.microsoft.com/office/drawing/2014/main" id="{6B7F3E19-92D2-4415-B4B6-A2FA394A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724025"/>
            <a:ext cx="1057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9" name="statement-panel">
            <a:extLst xmlns:a="http://schemas.openxmlformats.org/drawingml/2006/main">
              <a:ext uri="{FF2B5EF4-FFF2-40B4-BE49-F238E27FC236}">
                <a16:creationId xmlns:a16="http://schemas.microsoft.com/office/drawing/2014/main" id="{7F1EB4BE-0426-4B8D-8D07-0E844F6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666875"/>
            <a:ext cx="1057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0" name="statement-main">
            <a:extLst xmlns:a="http://schemas.openxmlformats.org/drawingml/2006/main">
              <a:ext uri="{FF2B5EF4-FFF2-40B4-BE49-F238E27FC236}">
                <a16:creationId xmlns:a16="http://schemas.microsoft.com/office/drawing/2014/main" id="{132FFE6B-C73A-42A3-88CA-8155B42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09550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模型不能临场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发明页面</a:t>
            </a:r>
          </a:p>
        </p:txBody>
      </p:sp>
      <p:sp>
        <p:nvSpPr>
          <p:cNvPr id="11" name="statement-sub">
            <a:extLst xmlns:a="http://schemas.openxmlformats.org/drawingml/2006/main">
              <a:ext uri="{FF2B5EF4-FFF2-40B4-BE49-F238E27FC236}">
                <a16:creationId xmlns:a16="http://schemas.microsoft.com/office/drawing/2014/main" id="{963E9C05-928F-4E8A-BB65-7611043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714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它只能选择组件、填入内容、接受校验。</a:t>
            </a:r>
          </a:p>
        </p:txBody>
      </p:sp>
      <p:sp>
        <p:nvSpPr>
          <p:cNvPr id="12" name="statement-label-shape">
            <a:extLst xmlns:a="http://schemas.openxmlformats.org/drawingml/2006/main">
              <a:ext uri="{FF2B5EF4-FFF2-40B4-BE49-F238E27FC236}">
                <a16:creationId xmlns:a16="http://schemas.microsoft.com/office/drawing/2014/main" id="{5E90D0B1-F57B-4F73-99FD-E1B6F368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20955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3" name="statement-label">
            <a:extLst xmlns:a="http://schemas.openxmlformats.org/drawingml/2006/main">
              <a:ext uri="{FF2B5EF4-FFF2-40B4-BE49-F238E27FC236}">
                <a16:creationId xmlns:a16="http://schemas.microsoft.com/office/drawing/2014/main" id="{35071FB2-AA6C-4594-BF1E-A24AE7C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214312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 JUDGEMENT</a:t>
            </a:r>
          </a:p>
        </p:txBody>
      </p:sp>
    </p:spTree>
    <p:extLst>
      <p:ext uri="{BB962C8B-B14F-4D97-AF65-F5344CB8AC3E}">
        <p14:creationId xmlns:p14="http://schemas.microsoft.com/office/powerpoint/2010/main" val="1963538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3-code">
            <a:extLst xmlns:a="http://schemas.openxmlformats.org/drawingml/2006/main">
              <a:ext uri="{FF2B5EF4-FFF2-40B4-BE49-F238E27FC236}">
                <a16:creationId xmlns:a16="http://schemas.microsoft.com/office/drawing/2014/main" id="{33B2DDC3-0C56-4835-9FA6-B94F9A1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C03 / BIG NUMBER</a:t>
            </a:r>
          </a:p>
        </p:txBody>
      </p:sp>
      <p:sp>
        <p:nvSpPr>
          <p:cNvPr id="2" name="page-3-note">
            <a:extLst xmlns:a="http://schemas.openxmlformats.org/drawingml/2006/main">
              <a:ext uri="{FF2B5EF4-FFF2-40B4-BE49-F238E27FC236}">
                <a16:creationId xmlns:a16="http://schemas.microsoft.com/office/drawing/2014/main" id="{ADA6FF16-228F-4570-89C2-85A0B3B3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数字是主角</a:t>
            </a:r>
          </a:p>
        </p:txBody>
      </p:sp>
      <p:sp>
        <p:nvSpPr>
          <p:cNvPr id="3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9D7BFB82-2D0C-4C96-BFF7-D0FB9583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大数字页</a:t>
            </a:r>
          </a:p>
        </p:txBody>
      </p:sp>
      <p:sp>
        <p:nvSpPr>
          <p:cNvPr id="4" name="page-3-folio">
            <a:extLst xmlns:a="http://schemas.openxmlformats.org/drawingml/2006/main">
              <a:ext uri="{FF2B5EF4-FFF2-40B4-BE49-F238E27FC236}">
                <a16:creationId xmlns:a16="http://schemas.microsoft.com/office/drawing/2014/main" id="{B8112728-2BA4-48E8-9592-DAADE02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P03 / BIG NUMBER</a:t>
            </a:r>
          </a:p>
        </p:txBody>
      </p:sp>
      <p:sp>
        <p:nvSpPr>
          <p:cNvPr id="5" name="page-3-use-shadow">
            <a:extLst xmlns:a="http://schemas.openxmlformats.org/drawingml/2006/main">
              <a:ext uri="{FF2B5EF4-FFF2-40B4-BE49-F238E27FC236}">
                <a16:creationId xmlns:a16="http://schemas.microsoft.com/office/drawing/2014/main" id="{DE4D71B5-92DD-45F9-93E1-F0EFE3F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3-use">
            <a:extLst xmlns:a="http://schemas.openxmlformats.org/drawingml/2006/main">
              <a:ext uri="{FF2B5EF4-FFF2-40B4-BE49-F238E27FC236}">
                <a16:creationId xmlns:a16="http://schemas.microsoft.com/office/drawing/2014/main" id="{CA641780-D6C8-4ED3-9BC6-C4F67CA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3-use-text">
            <a:extLst xmlns:a="http://schemas.openxmlformats.org/drawingml/2006/main">
              <a:ext uri="{FF2B5EF4-FFF2-40B4-BE49-F238E27FC236}">
                <a16:creationId xmlns:a16="http://schemas.microsoft.com/office/drawing/2014/main" id="{186C8BB8-F541-4B65-9D3E-8EFB5A4F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big-number">
            <a:extLst xmlns:a="http://schemas.openxmlformats.org/drawingml/2006/main">
              <a:ext uri="{FF2B5EF4-FFF2-40B4-BE49-F238E27FC236}">
                <a16:creationId xmlns:a16="http://schemas.microsoft.com/office/drawing/2014/main" id="{C2A8F272-FC3E-488B-97F2-2980F84B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71713"/>
                </a:solidFill>
              </a:defRPr>
            </a:pPr>
            <a:r>
              <a:rPr sz="7800" b="1">
                <a:solidFill>
                  <a:srgbClr val="171713"/>
                </a:solidFill>
              </a:rPr>
              <a:t>13</a:t>
            </a:r>
          </a:p>
        </p:txBody>
      </p:sp>
      <p:sp>
        <p:nvSpPr>
          <p:cNvPr id="9" name="big-label">
            <a:extLst xmlns:a="http://schemas.openxmlformats.org/drawingml/2006/main">
              <a:ext uri="{FF2B5EF4-FFF2-40B4-BE49-F238E27FC236}">
                <a16:creationId xmlns:a16="http://schemas.microsoft.com/office/drawing/2014/main" id="{C9988045-F69B-420A-8758-83FF4AD3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714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3"/>
                </a:solidFill>
              </a:defRPr>
            </a:pPr>
            <a:r>
              <a:rPr sz="2325" b="1">
                <a:solidFill>
                  <a:srgbClr val="171713"/>
                </a:solidFill>
              </a:rPr>
              <a:t>类可编辑组件</a:t>
            </a:r>
          </a:p>
        </p:txBody>
      </p:sp>
      <p:sp>
        <p:nvSpPr>
          <p:cNvPr id="10" name="big-body">
            <a:extLst xmlns:a="http://schemas.openxmlformats.org/drawingml/2006/main">
              <a:ext uri="{FF2B5EF4-FFF2-40B4-BE49-F238E27FC236}">
                <a16:creationId xmlns:a16="http://schemas.microsoft.com/office/drawing/2014/main" id="{BFC261B5-B7CB-46AC-8CDE-7292587A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813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少而稳定，比临场发明更重要。</a:t>
            </a:r>
          </a:p>
        </p:txBody>
      </p:sp>
      <p:sp>
        <p:nvSpPr>
          <p:cNvPr id="11" name="metric-0-shadow">
            <a:extLst xmlns:a="http://schemas.openxmlformats.org/drawingml/2006/main">
              <a:ext uri="{FF2B5EF4-FFF2-40B4-BE49-F238E27FC236}">
                <a16:creationId xmlns:a16="http://schemas.microsoft.com/office/drawing/2014/main" id="{6FEDED12-6722-4137-ADC9-B9FD03C4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8669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2" name="metric-0">
            <a:extLst xmlns:a="http://schemas.openxmlformats.org/drawingml/2006/main">
              <a:ext uri="{FF2B5EF4-FFF2-40B4-BE49-F238E27FC236}">
                <a16:creationId xmlns:a16="http://schemas.microsoft.com/office/drawing/2014/main" id="{184CB4A1-BC70-4CD7-B072-C2C2ECA9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180975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3" name="metric-num-0">
            <a:extLst xmlns:a="http://schemas.openxmlformats.org/drawingml/2006/main">
              <a:ext uri="{FF2B5EF4-FFF2-40B4-BE49-F238E27FC236}">
                <a16:creationId xmlns:a16="http://schemas.microsoft.com/office/drawing/2014/main" id="{F081C29C-CE52-4218-8088-6156390E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114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713"/>
                </a:solidFill>
              </a:defRPr>
            </a:pPr>
            <a:r>
              <a:rPr sz="3225" b="1">
                <a:solidFill>
                  <a:srgbClr val="171713"/>
                </a:solidFill>
              </a:rPr>
              <a:t>05</a:t>
            </a:r>
          </a:p>
        </p:txBody>
      </p:sp>
      <p:sp>
        <p:nvSpPr>
          <p:cNvPr id="14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5366CBBA-5402-4F9B-8022-C8EACBA3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28194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5" name="metric-title-0">
            <a:extLst xmlns:a="http://schemas.openxmlformats.org/drawingml/2006/main">
              <a:ext uri="{FF2B5EF4-FFF2-40B4-BE49-F238E27FC236}">
                <a16:creationId xmlns:a16="http://schemas.microsoft.com/office/drawing/2014/main" id="{428BD756-500A-4160-B20C-6FC92579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314325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3"/>
                </a:solidFill>
              </a:defRPr>
            </a:pPr>
            <a:r>
              <a:rPr sz="1425" b="1">
                <a:solidFill>
                  <a:srgbClr val="171713"/>
                </a:solidFill>
              </a:rPr>
              <a:t>图片槽</a:t>
            </a:r>
          </a:p>
        </p:txBody>
      </p:sp>
      <p:sp>
        <p:nvSpPr>
          <p:cNvPr id="16" name="metric-1-shadow">
            <a:extLst xmlns:a="http://schemas.openxmlformats.org/drawingml/2006/main">
              <a:ext uri="{FF2B5EF4-FFF2-40B4-BE49-F238E27FC236}">
                <a16:creationId xmlns:a16="http://schemas.microsoft.com/office/drawing/2014/main" id="{CFE96B9F-3D96-4848-96F8-9F8893FE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8669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7" name="metric-1">
            <a:extLst xmlns:a="http://schemas.openxmlformats.org/drawingml/2006/main">
              <a:ext uri="{FF2B5EF4-FFF2-40B4-BE49-F238E27FC236}">
                <a16:creationId xmlns:a16="http://schemas.microsoft.com/office/drawing/2014/main" id="{F28E333E-C165-42B1-B026-B957BA1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180975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8" name="metric-num-1">
            <a:extLst xmlns:a="http://schemas.openxmlformats.org/drawingml/2006/main">
              <a:ext uri="{FF2B5EF4-FFF2-40B4-BE49-F238E27FC236}">
                <a16:creationId xmlns:a16="http://schemas.microsoft.com/office/drawing/2014/main" id="{BCC7B147-5C5C-4286-8D88-C8FAF29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114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713"/>
                </a:solidFill>
              </a:defRPr>
            </a:pPr>
            <a:r>
              <a:rPr sz="3225" b="1">
                <a:solidFill>
                  <a:srgbClr val="171713"/>
                </a:solidFill>
              </a:rPr>
              <a:t>04</a:t>
            </a:r>
          </a:p>
        </p:txBody>
      </p:sp>
      <p:sp>
        <p:nvSpPr>
          <p:cNvPr id="1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81C0B835-4427-469A-9C32-FD07078D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8194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20" name="metric-title-1">
            <a:extLst xmlns:a="http://schemas.openxmlformats.org/drawingml/2006/main">
              <a:ext uri="{FF2B5EF4-FFF2-40B4-BE49-F238E27FC236}">
                <a16:creationId xmlns:a16="http://schemas.microsoft.com/office/drawing/2014/main" id="{F9064D6E-3D95-490F-8A2F-01E0D5F2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14325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3"/>
                </a:solidFill>
              </a:defRPr>
            </a:pPr>
            <a:r>
              <a:rPr sz="1425" b="1">
                <a:solidFill>
                  <a:srgbClr val="171713"/>
                </a:solidFill>
              </a:rPr>
              <a:t>结构骨架</a:t>
            </a:r>
          </a:p>
        </p:txBody>
      </p:sp>
      <p:sp>
        <p:nvSpPr>
          <p:cNvPr id="21" name="metric-2-shadow">
            <a:extLst xmlns:a="http://schemas.openxmlformats.org/drawingml/2006/main">
              <a:ext uri="{FF2B5EF4-FFF2-40B4-BE49-F238E27FC236}">
                <a16:creationId xmlns:a16="http://schemas.microsoft.com/office/drawing/2014/main" id="{C1822271-BC04-4F69-B2D9-2A7A7F5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186690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2" name="metric-2">
            <a:extLst xmlns:a="http://schemas.openxmlformats.org/drawingml/2006/main">
              <a:ext uri="{FF2B5EF4-FFF2-40B4-BE49-F238E27FC236}">
                <a16:creationId xmlns:a16="http://schemas.microsoft.com/office/drawing/2014/main" id="{3D529471-7D17-47E9-9B33-6D709CF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1809750"/>
            <a:ext cx="1619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3" name="metric-num-2">
            <a:extLst xmlns:a="http://schemas.openxmlformats.org/drawingml/2006/main">
              <a:ext uri="{FF2B5EF4-FFF2-40B4-BE49-F238E27FC236}">
                <a16:creationId xmlns:a16="http://schemas.microsoft.com/office/drawing/2014/main" id="{95F254AF-5869-4A65-8DC2-85E7589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114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713"/>
                </a:solidFill>
              </a:defRPr>
            </a:pPr>
            <a:r>
              <a:rPr sz="3225" b="1">
                <a:solidFill>
                  <a:srgbClr val="171713"/>
                </a:solidFill>
              </a:rPr>
              <a:t>04</a:t>
            </a:r>
          </a:p>
        </p:txBody>
      </p:sp>
      <p:sp>
        <p:nvSpPr>
          <p:cNvPr id="24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ED938267-3EB7-43CC-9FB6-C167BA96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8194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5" name="metric-title-2">
            <a:extLst xmlns:a="http://schemas.openxmlformats.org/drawingml/2006/main">
              <a:ext uri="{FF2B5EF4-FFF2-40B4-BE49-F238E27FC236}">
                <a16:creationId xmlns:a16="http://schemas.microsoft.com/office/drawing/2014/main" id="{410112FF-0ACB-4DF4-9FE8-6935BC2E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14325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3"/>
                </a:solidFill>
              </a:defRPr>
            </a:pPr>
            <a:r>
              <a:rPr sz="1425" b="1">
                <a:solidFill>
                  <a:srgbClr val="171713"/>
                </a:solidFill>
              </a:rPr>
              <a:t>内容组件</a:t>
            </a:r>
          </a:p>
        </p:txBody>
      </p:sp>
    </p:spTree>
    <p:extLst>
      <p:ext uri="{BB962C8B-B14F-4D97-AF65-F5344CB8AC3E}">
        <p14:creationId xmlns:p14="http://schemas.microsoft.com/office/powerpoint/2010/main" val="2028137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4-code">
            <a:extLst xmlns:a="http://schemas.openxmlformats.org/drawingml/2006/main">
              <a:ext uri="{FF2B5EF4-FFF2-40B4-BE49-F238E27FC236}">
                <a16:creationId xmlns:a16="http://schemas.microsoft.com/office/drawing/2014/main" id="{C3BC21CC-5131-4E8E-B5BB-0B9E1AC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C04 / PROCESS</a:t>
            </a:r>
          </a:p>
        </p:txBody>
      </p:sp>
      <p:sp>
        <p:nvSpPr>
          <p:cNvPr id="2" name="page-4-note">
            <a:extLst xmlns:a="http://schemas.openxmlformats.org/drawingml/2006/main">
              <a:ext uri="{FF2B5EF4-FFF2-40B4-BE49-F238E27FC236}">
                <a16:creationId xmlns:a16="http://schemas.microsoft.com/office/drawing/2014/main" id="{AF953E64-AE3B-4586-9FFA-80A0674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明确线性方向</a:t>
            </a:r>
          </a:p>
        </p:txBody>
      </p:sp>
      <p:sp>
        <p:nvSpPr>
          <p:cNvPr id="3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B14FC009-38FD-4D35-AC90-65CD8DB0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流程页</a:t>
            </a:r>
          </a:p>
        </p:txBody>
      </p:sp>
      <p:sp>
        <p:nvSpPr>
          <p:cNvPr id="4" name="page-4-folio">
            <a:extLst xmlns:a="http://schemas.openxmlformats.org/drawingml/2006/main">
              <a:ext uri="{FF2B5EF4-FFF2-40B4-BE49-F238E27FC236}">
                <a16:creationId xmlns:a16="http://schemas.microsoft.com/office/drawing/2014/main" id="{D981F97D-7546-4054-9D38-8B224398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P04 / PROCESS</a:t>
            </a:r>
          </a:p>
        </p:txBody>
      </p:sp>
      <p:sp>
        <p:nvSpPr>
          <p:cNvPr id="5" name="page-4-use-shadow">
            <a:extLst xmlns:a="http://schemas.openxmlformats.org/drawingml/2006/main">
              <a:ext uri="{FF2B5EF4-FFF2-40B4-BE49-F238E27FC236}">
                <a16:creationId xmlns:a16="http://schemas.microsoft.com/office/drawing/2014/main" id="{6C185316-3C70-451B-813A-9D560DB2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4-use">
            <a:extLst xmlns:a="http://schemas.openxmlformats.org/drawingml/2006/main">
              <a:ext uri="{FF2B5EF4-FFF2-40B4-BE49-F238E27FC236}">
                <a16:creationId xmlns:a16="http://schemas.microsoft.com/office/drawing/2014/main" id="{D892E793-8295-49D6-9992-BC01A0AA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4-use-text">
            <a:extLst xmlns:a="http://schemas.openxmlformats.org/drawingml/2006/main">
              <a:ext uri="{FF2B5EF4-FFF2-40B4-BE49-F238E27FC236}">
                <a16:creationId xmlns:a16="http://schemas.microsoft.com/office/drawing/2014/main" id="{F46D14D6-C71C-43D3-87C6-D39772D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process-sub">
            <a:extLst xmlns:a="http://schemas.openxmlformats.org/drawingml/2006/main">
              <a:ext uri="{FF2B5EF4-FFF2-40B4-BE49-F238E27FC236}">
                <a16:creationId xmlns:a16="http://schemas.microsoft.com/office/drawing/2014/main" id="{75FC724B-6257-41C0-A501-4367F4D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573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输入 → 判断 → 匹配 → 输出</a:t>
            </a:r>
          </a:p>
        </p:txBody>
      </p:sp>
      <p:sp>
        <p:nvSpPr>
          <p:cNvPr id="9" name="process-1-shadow">
            <a:extLst xmlns:a="http://schemas.openxmlformats.org/drawingml/2006/main">
              <a:ext uri="{FF2B5EF4-FFF2-40B4-BE49-F238E27FC236}">
                <a16:creationId xmlns:a16="http://schemas.microsoft.com/office/drawing/2014/main" id="{4DCDE4CB-86BF-441C-BDF2-3062C45E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2479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0" name="process-1">
            <a:extLst xmlns:a="http://schemas.openxmlformats.org/drawingml/2006/main">
              <a:ext uri="{FF2B5EF4-FFF2-40B4-BE49-F238E27FC236}">
                <a16:creationId xmlns:a16="http://schemas.microsoft.com/office/drawing/2014/main" id="{C2B473B7-807A-4812-8519-94143F85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19075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1" name="process-1-strip">
            <a:extLst xmlns:a="http://schemas.openxmlformats.org/drawingml/2006/main">
              <a:ext uri="{FF2B5EF4-FFF2-40B4-BE49-F238E27FC236}">
                <a16:creationId xmlns:a16="http://schemas.microsoft.com/office/drawing/2014/main" id="{7BFC7A73-46DD-4297-8C7A-BB365B0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19075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2" name="process-1-index">
            <a:extLst xmlns:a="http://schemas.openxmlformats.org/drawingml/2006/main">
              <a:ext uri="{FF2B5EF4-FFF2-40B4-BE49-F238E27FC236}">
                <a16:creationId xmlns:a16="http://schemas.microsoft.com/office/drawing/2014/main" id="{C481930E-E42A-4D8E-894C-F854A250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314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process-1-title">
            <a:extLst xmlns:a="http://schemas.openxmlformats.org/drawingml/2006/main">
              <a:ext uri="{FF2B5EF4-FFF2-40B4-BE49-F238E27FC236}">
                <a16:creationId xmlns:a16="http://schemas.microsoft.com/office/drawing/2014/main" id="{44A13D4E-B8A3-4091-A8A7-B44CC0F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0099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内容锁定</a:t>
            </a:r>
          </a:p>
        </p:txBody>
      </p:sp>
      <p:sp>
        <p:nvSpPr>
          <p:cNvPr id="14" name="process-1-rule">
            <a:extLst xmlns:a="http://schemas.openxmlformats.org/drawingml/2006/main">
              <a:ext uri="{FF2B5EF4-FFF2-40B4-BE49-F238E27FC236}">
                <a16:creationId xmlns:a16="http://schemas.microsoft.com/office/drawing/2014/main" id="{FF8B5324-A15E-4298-A678-98F2CD24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505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5" name="process-1-body">
            <a:extLst xmlns:a="http://schemas.openxmlformats.org/drawingml/2006/main">
              <a:ext uri="{FF2B5EF4-FFF2-40B4-BE49-F238E27FC236}">
                <a16:creationId xmlns:a16="http://schemas.microsoft.com/office/drawing/2014/main" id="{A2C5633B-C6BD-4719-9614-9A12B581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790950"/>
            <a:ext cx="1800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确认可见文字</a:t>
            </a:r>
          </a:p>
        </p:txBody>
      </p:sp>
      <p:sp>
        <p:nvSpPr>
          <p:cNvPr id="16" name="process-2-shadow">
            <a:extLst xmlns:a="http://schemas.openxmlformats.org/drawingml/2006/main">
              <a:ext uri="{FF2B5EF4-FFF2-40B4-BE49-F238E27FC236}">
                <a16:creationId xmlns:a16="http://schemas.microsoft.com/office/drawing/2014/main" id="{B7497D86-DF7B-43B2-896C-F714966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3775" y="22479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7" name="process-2">
            <a:extLst xmlns:a="http://schemas.openxmlformats.org/drawingml/2006/main">
              <a:ext uri="{FF2B5EF4-FFF2-40B4-BE49-F238E27FC236}">
                <a16:creationId xmlns:a16="http://schemas.microsoft.com/office/drawing/2014/main" id="{94E948C8-F5D9-4664-8F36-600317A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19075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8" name="process-2-strip">
            <a:extLst xmlns:a="http://schemas.openxmlformats.org/drawingml/2006/main">
              <a:ext uri="{FF2B5EF4-FFF2-40B4-BE49-F238E27FC236}">
                <a16:creationId xmlns:a16="http://schemas.microsoft.com/office/drawing/2014/main" id="{888FA965-2218-4389-A2A6-F94A482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19075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9" name="process-2-index">
            <a:extLst xmlns:a="http://schemas.openxmlformats.org/drawingml/2006/main">
              <a:ext uri="{FF2B5EF4-FFF2-40B4-BE49-F238E27FC236}">
                <a16:creationId xmlns:a16="http://schemas.microsoft.com/office/drawing/2014/main" id="{590DCFF7-D93A-4A23-916D-FB1A555D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2314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process-2-title">
            <a:extLst xmlns:a="http://schemas.openxmlformats.org/drawingml/2006/main">
              <a:ext uri="{FF2B5EF4-FFF2-40B4-BE49-F238E27FC236}">
                <a16:creationId xmlns:a16="http://schemas.microsoft.com/office/drawing/2014/main" id="{D68CDDF1-C086-4E82-A48C-740AD98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0099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形式确认</a:t>
            </a:r>
          </a:p>
        </p:txBody>
      </p:sp>
      <p:sp>
        <p:nvSpPr>
          <p:cNvPr id="21" name="process-2-rule">
            <a:extLst xmlns:a="http://schemas.openxmlformats.org/drawingml/2006/main">
              <a:ext uri="{FF2B5EF4-FFF2-40B4-BE49-F238E27FC236}">
                <a16:creationId xmlns:a16="http://schemas.microsoft.com/office/drawing/2014/main" id="{B2EC0396-6506-4A94-9228-1F00423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505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22" name="process-2-body">
            <a:extLst xmlns:a="http://schemas.openxmlformats.org/drawingml/2006/main">
              <a:ext uri="{FF2B5EF4-FFF2-40B4-BE49-F238E27FC236}">
                <a16:creationId xmlns:a16="http://schemas.microsoft.com/office/drawing/2014/main" id="{B23DC6B1-E121-4528-B45B-29B4195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790950"/>
            <a:ext cx="1800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确认页面任务</a:t>
            </a:r>
          </a:p>
        </p:txBody>
      </p:sp>
      <p:sp>
        <p:nvSpPr>
          <p:cNvPr id="23" name="process-3-shadow">
            <a:extLst xmlns:a="http://schemas.openxmlformats.org/drawingml/2006/main">
              <a:ext uri="{FF2B5EF4-FFF2-40B4-BE49-F238E27FC236}">
                <a16:creationId xmlns:a16="http://schemas.microsoft.com/office/drawing/2014/main" id="{55313E8E-2AD6-440C-A6D9-1C684148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2479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4" name="process-3">
            <a:extLst xmlns:a="http://schemas.openxmlformats.org/drawingml/2006/main">
              <a:ext uri="{FF2B5EF4-FFF2-40B4-BE49-F238E27FC236}">
                <a16:creationId xmlns:a16="http://schemas.microsoft.com/office/drawing/2014/main" id="{25D9A3A4-5869-44EA-A037-8892C34F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219075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5" name="process-3-strip">
            <a:extLst xmlns:a="http://schemas.openxmlformats.org/drawingml/2006/main">
              <a:ext uri="{FF2B5EF4-FFF2-40B4-BE49-F238E27FC236}">
                <a16:creationId xmlns:a16="http://schemas.microsoft.com/office/drawing/2014/main" id="{D3BE953C-3947-4933-8239-863677CB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219075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6" name="process-3-index">
            <a:extLst xmlns:a="http://schemas.openxmlformats.org/drawingml/2006/main">
              <a:ext uri="{FF2B5EF4-FFF2-40B4-BE49-F238E27FC236}">
                <a16:creationId xmlns:a16="http://schemas.microsoft.com/office/drawing/2014/main" id="{CEAEA1EE-AF5D-4F79-A56B-07C1AD8E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2314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3"/>
                </a:solidFill>
              </a:defRPr>
            </a:pPr>
            <a:r>
              <a:rPr sz="2025" b="1">
                <a:solidFill>
                  <a:srgbClr val="171713"/>
                </a:solidFill>
              </a:rPr>
              <a:t>03</a:t>
            </a:r>
          </a:p>
        </p:txBody>
      </p:sp>
      <p:sp>
        <p:nvSpPr>
          <p:cNvPr id="27" name="process-3-title">
            <a:extLst xmlns:a="http://schemas.openxmlformats.org/drawingml/2006/main">
              <a:ext uri="{FF2B5EF4-FFF2-40B4-BE49-F238E27FC236}">
                <a16:creationId xmlns:a16="http://schemas.microsoft.com/office/drawing/2014/main" id="{6A92A428-8B28-4198-B35D-D79D4A89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30099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组件匹配</a:t>
            </a:r>
          </a:p>
        </p:txBody>
      </p:sp>
      <p:sp>
        <p:nvSpPr>
          <p:cNvPr id="28" name="process-3-rule">
            <a:extLst xmlns:a="http://schemas.openxmlformats.org/drawingml/2006/main">
              <a:ext uri="{FF2B5EF4-FFF2-40B4-BE49-F238E27FC236}">
                <a16:creationId xmlns:a16="http://schemas.microsoft.com/office/drawing/2014/main" id="{47184A07-744D-4949-BBDE-B476118C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3505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9" name="process-3-body">
            <a:extLst xmlns:a="http://schemas.openxmlformats.org/drawingml/2006/main">
              <a:ext uri="{FF2B5EF4-FFF2-40B4-BE49-F238E27FC236}">
                <a16:creationId xmlns:a16="http://schemas.microsoft.com/office/drawing/2014/main" id="{8179850E-F1F3-40C1-90A9-A89FB9D2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3790950"/>
            <a:ext cx="1800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进入批准变体</a:t>
            </a:r>
          </a:p>
        </p:txBody>
      </p:sp>
      <p:sp>
        <p:nvSpPr>
          <p:cNvPr id="30" name="process-4-shadow">
            <a:extLst xmlns:a="http://schemas.openxmlformats.org/drawingml/2006/main">
              <a:ext uri="{FF2B5EF4-FFF2-40B4-BE49-F238E27FC236}">
                <a16:creationId xmlns:a16="http://schemas.microsoft.com/office/drawing/2014/main" id="{EEAC8666-1D93-40E7-B860-FF9D3F6C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224790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31" name="process-4">
            <a:extLst xmlns:a="http://schemas.openxmlformats.org/drawingml/2006/main">
              <a:ext uri="{FF2B5EF4-FFF2-40B4-BE49-F238E27FC236}">
                <a16:creationId xmlns:a16="http://schemas.microsoft.com/office/drawing/2014/main" id="{B8E63368-084E-4840-B53C-6F071F1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190750"/>
            <a:ext cx="2333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32" name="process-4-strip">
            <a:extLst xmlns:a="http://schemas.openxmlformats.org/drawingml/2006/main">
              <a:ext uri="{FF2B5EF4-FFF2-40B4-BE49-F238E27FC236}">
                <a16:creationId xmlns:a16="http://schemas.microsoft.com/office/drawing/2014/main" id="{F450A233-E53B-4597-81C9-AD25E6DA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190750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33" name="process-4-index">
            <a:extLst xmlns:a="http://schemas.openxmlformats.org/drawingml/2006/main">
              <a:ext uri="{FF2B5EF4-FFF2-40B4-BE49-F238E27FC236}">
                <a16:creationId xmlns:a16="http://schemas.microsoft.com/office/drawing/2014/main" id="{80156A51-B222-4666-9846-309A9B5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2314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process-4-title">
            <a:extLst xmlns:a="http://schemas.openxmlformats.org/drawingml/2006/main">
              <a:ext uri="{FF2B5EF4-FFF2-40B4-BE49-F238E27FC236}">
                <a16:creationId xmlns:a16="http://schemas.microsoft.com/office/drawing/2014/main" id="{CF64842C-13B6-4FCC-9C59-D335FA6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30099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确定性生成</a:t>
            </a:r>
          </a:p>
        </p:txBody>
      </p:sp>
      <p:sp>
        <p:nvSpPr>
          <p:cNvPr id="35" name="process-4-rule">
            <a:extLst xmlns:a="http://schemas.openxmlformats.org/drawingml/2006/main">
              <a:ext uri="{FF2B5EF4-FFF2-40B4-BE49-F238E27FC236}">
                <a16:creationId xmlns:a16="http://schemas.microsoft.com/office/drawing/2014/main" id="{159EE559-6E9D-4893-81AD-6BF54B0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3505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36" name="process-4-body">
            <a:extLst xmlns:a="http://schemas.openxmlformats.org/drawingml/2006/main">
              <a:ext uri="{FF2B5EF4-FFF2-40B4-BE49-F238E27FC236}">
                <a16:creationId xmlns:a16="http://schemas.microsoft.com/office/drawing/2014/main" id="{2286A0B3-9219-4E04-BD7E-761191DA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3790950"/>
            <a:ext cx="1800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脚本填充检查</a:t>
            </a:r>
          </a:p>
        </p:txBody>
      </p:sp>
      <p:cxnSp>
        <p:nvCxnSpPr>
          <p:cNvPr id="76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857500" y="3429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1713"/>
            </a:solidFill>
            <a:prstDash val="soli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810250" y="3429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1713"/>
            </a:solidFill>
            <a:prstDash val="solid"/>
            <a:tailEnd type="arrow" w="med" len="med"/>
          </a:ln>
        </p:spPr>
      </p:cxnSp>
      <p:cxnSp>
        <p:nvCxnSpPr>
          <p:cNvPr id="78" name=""/>
          <p:cNvCxnSpPr>
            <a:stCxn xmlns:a="http://schemas.openxmlformats.org/drawingml/2006/main" id="24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763000" y="3429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7171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5385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5-code">
            <a:extLst xmlns:a="http://schemas.openxmlformats.org/drawingml/2006/main">
              <a:ext uri="{FF2B5EF4-FFF2-40B4-BE49-F238E27FC236}">
                <a16:creationId xmlns:a16="http://schemas.microsoft.com/office/drawing/2014/main" id="{C331DD89-4D05-401C-84AA-7DD305E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C05 / TIMELINE</a:t>
            </a:r>
          </a:p>
        </p:txBody>
      </p:sp>
      <p:sp>
        <p:nvSpPr>
          <p:cNvPr id="2" name="page-5-note">
            <a:extLst xmlns:a="http://schemas.openxmlformats.org/drawingml/2006/main">
              <a:ext uri="{FF2B5EF4-FFF2-40B4-BE49-F238E27FC236}">
                <a16:creationId xmlns:a16="http://schemas.microsoft.com/office/drawing/2014/main" id="{948B6A54-EDE4-45B5-9CDB-E8BFCC1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主轴 / 节点 / 时间标签</a:t>
            </a:r>
          </a:p>
        </p:txBody>
      </p:sp>
      <p:sp>
        <p:nvSpPr>
          <p:cNvPr id="3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04702C03-2654-4709-BEFA-84BC927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时间轴</a:t>
            </a:r>
          </a:p>
        </p:txBody>
      </p:sp>
      <p:sp>
        <p:nvSpPr>
          <p:cNvPr id="4" name="page-5-folio">
            <a:extLst xmlns:a="http://schemas.openxmlformats.org/drawingml/2006/main">
              <a:ext uri="{FF2B5EF4-FFF2-40B4-BE49-F238E27FC236}">
                <a16:creationId xmlns:a16="http://schemas.microsoft.com/office/drawing/2014/main" id="{79B8CD1B-2AD3-4C1A-B797-9972986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P05 / TIMELINE</a:t>
            </a:r>
          </a:p>
        </p:txBody>
      </p:sp>
      <p:sp>
        <p:nvSpPr>
          <p:cNvPr id="5" name="page-5-use-shadow">
            <a:extLst xmlns:a="http://schemas.openxmlformats.org/drawingml/2006/main">
              <a:ext uri="{FF2B5EF4-FFF2-40B4-BE49-F238E27FC236}">
                <a16:creationId xmlns:a16="http://schemas.microsoft.com/office/drawing/2014/main" id="{7922CD72-1525-4B02-AB77-261D75A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5-use">
            <a:extLst xmlns:a="http://schemas.openxmlformats.org/drawingml/2006/main">
              <a:ext uri="{FF2B5EF4-FFF2-40B4-BE49-F238E27FC236}">
                <a16:creationId xmlns:a16="http://schemas.microsoft.com/office/drawing/2014/main" id="{1C9939B6-92CE-4B7A-A03D-73BA92B8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5-use-text">
            <a:extLst xmlns:a="http://schemas.openxmlformats.org/drawingml/2006/main">
              <a:ext uri="{FF2B5EF4-FFF2-40B4-BE49-F238E27FC236}">
                <a16:creationId xmlns:a16="http://schemas.microsoft.com/office/drawing/2014/main" id="{DD292FC5-49E6-46FB-85DB-1F06259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timeline-sub">
            <a:extLst xmlns:a="http://schemas.openxmlformats.org/drawingml/2006/main">
              <a:ext uri="{FF2B5EF4-FFF2-40B4-BE49-F238E27FC236}">
                <a16:creationId xmlns:a16="http://schemas.microsoft.com/office/drawing/2014/main" id="{72D7DF60-B3CA-4153-88B5-4F44C25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57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所有事件围绕同一时间方向生长。</a:t>
            </a:r>
          </a:p>
        </p:txBody>
      </p:sp>
      <p:sp>
        <p:nvSpPr>
          <p:cNvPr id="9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755E04B1-6CAC-4977-8CC0-2C607786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52800"/>
            <a:ext cx="10668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0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7319D10D-010C-40C0-8889-FF1A1F3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28575">
            <a:solidFill>
              <a:srgbClr val="171713"/>
            </a:solidFill>
            <a:prstDash val="solid"/>
          </a:ln>
        </p:spPr>
      </p:sp>
      <p:sp>
        <p:nvSpPr>
          <p:cNvPr id="11" name="timeline-guide-0">
            <a:extLst xmlns:a="http://schemas.openxmlformats.org/drawingml/2006/main">
              <a:ext uri="{FF2B5EF4-FFF2-40B4-BE49-F238E27FC236}">
                <a16:creationId xmlns:a16="http://schemas.microsoft.com/office/drawing/2014/main" id="{B68D17D3-4305-4CF5-8FFF-943CA4E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38125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2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E62AAEA5-2CA7-4AFA-B48E-0B3F285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1809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713"/>
                </a:solidFill>
              </a:defRPr>
            </a:pPr>
            <a:r>
              <a:rPr sz="3225" b="1">
                <a:solidFill>
                  <a:srgbClr val="171713"/>
                </a:solidFill>
              </a:rPr>
              <a:t>06.23</a:t>
            </a:r>
          </a:p>
        </p:txBody>
      </p:sp>
      <p:sp>
        <p:nvSpPr>
          <p:cNvPr id="13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78A607BD-861C-408F-884C-5714590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476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5F55"/>
                </a:solidFill>
              </a:defRPr>
            </a:pPr>
            <a:r>
              <a:rPr sz="1275" b="0">
                <a:solidFill>
                  <a:srgbClr val="625F55"/>
                </a:solidFill>
              </a:rPr>
              <a:t>建立方向</a:t>
            </a:r>
          </a:p>
        </p:txBody>
      </p:sp>
      <p:sp>
        <p:nvSpPr>
          <p:cNvPr id="14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C7224302-AFEE-41C8-91CA-5BB60334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28575">
            <a:solidFill>
              <a:srgbClr val="171713"/>
            </a:solidFill>
            <a:prstDash val="solid"/>
          </a:ln>
        </p:spPr>
      </p:sp>
      <p:sp>
        <p:nvSpPr>
          <p:cNvPr id="15" name="timeline-guide-1">
            <a:extLst xmlns:a="http://schemas.openxmlformats.org/drawingml/2006/main">
              <a:ext uri="{FF2B5EF4-FFF2-40B4-BE49-F238E27FC236}">
                <a16:creationId xmlns:a16="http://schemas.microsoft.com/office/drawing/2014/main" id="{A50BB22A-3785-4AF9-90B7-123F382D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356235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6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E254D041-A17A-4CF7-B048-05AC0D1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4591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153B8"/>
                </a:solidFill>
              </a:defRPr>
            </a:pPr>
            <a:r>
              <a:rPr sz="3225" b="1">
                <a:solidFill>
                  <a:srgbClr val="3153B8"/>
                </a:solidFill>
              </a:rPr>
              <a:t>06.27</a:t>
            </a:r>
          </a:p>
        </p:txBody>
      </p:sp>
      <p:sp>
        <p:nvSpPr>
          <p:cNvPr id="17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2707BFAF-1D46-4949-A35D-9925A5A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124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5F55"/>
                </a:solidFill>
              </a:defRPr>
            </a:pPr>
            <a:r>
              <a:rPr sz="1275" b="0">
                <a:solidFill>
                  <a:srgbClr val="625F55"/>
                </a:solidFill>
              </a:rPr>
              <a:t>完成组件</a:t>
            </a:r>
          </a:p>
        </p:txBody>
      </p:sp>
      <p:sp>
        <p:nvSpPr>
          <p:cNvPr id="18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5FA94918-0A2E-4F72-8227-0595833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28575">
            <a:solidFill>
              <a:srgbClr val="171713"/>
            </a:solidFill>
            <a:prstDash val="solid"/>
          </a:ln>
        </p:spPr>
      </p:sp>
      <p:sp>
        <p:nvSpPr>
          <p:cNvPr id="19" name="timeline-guide-2">
            <a:extLst xmlns:a="http://schemas.openxmlformats.org/drawingml/2006/main">
              <a:ext uri="{FF2B5EF4-FFF2-40B4-BE49-F238E27FC236}">
                <a16:creationId xmlns:a16="http://schemas.microsoft.com/office/drawing/2014/main" id="{579F00E2-E883-4F4A-B612-EBE6676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38125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20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FBDE9436-EA1D-4E68-98B4-D2AB942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809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76186"/>
                </a:solidFill>
              </a:defRPr>
            </a:pPr>
            <a:r>
              <a:rPr sz="3225" b="1">
                <a:solidFill>
                  <a:srgbClr val="E76186"/>
                </a:solidFill>
              </a:rPr>
              <a:t>06.28</a:t>
            </a:r>
          </a:p>
        </p:txBody>
      </p:sp>
      <p:sp>
        <p:nvSpPr>
          <p:cNvPr id="21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69A5F5D0-3FA1-4CBD-B799-A9DCB72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2476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5F55"/>
                </a:solidFill>
              </a:defRPr>
            </a:pPr>
            <a:r>
              <a:rPr sz="1275" b="0">
                <a:solidFill>
                  <a:srgbClr val="625F55"/>
                </a:solidFill>
              </a:rPr>
              <a:t>跑通生成</a:t>
            </a:r>
          </a:p>
        </p:txBody>
      </p:sp>
      <p:sp>
        <p:nvSpPr>
          <p:cNvPr id="22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8A8B4E53-2424-484F-BA23-F9D45D6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28575">
            <a:solidFill>
              <a:srgbClr val="171713"/>
            </a:solidFill>
            <a:prstDash val="solid"/>
          </a:ln>
        </p:spPr>
      </p:sp>
      <p:sp>
        <p:nvSpPr>
          <p:cNvPr id="23" name="timeline-guide-3">
            <a:extLst xmlns:a="http://schemas.openxmlformats.org/drawingml/2006/main">
              <a:ext uri="{FF2B5EF4-FFF2-40B4-BE49-F238E27FC236}">
                <a16:creationId xmlns:a16="http://schemas.microsoft.com/office/drawing/2014/main" id="{A7030226-9D8E-4B25-AEE9-DA318329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356235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24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7808DF9B-9C41-449C-96F7-1AE49DA2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25" y="45910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8B13F"/>
                </a:solidFill>
              </a:defRPr>
            </a:pPr>
            <a:r>
              <a:rPr sz="3225" b="1">
                <a:solidFill>
                  <a:srgbClr val="E8B13F"/>
                </a:solidFill>
              </a:rPr>
              <a:t>06.29</a:t>
            </a:r>
          </a:p>
        </p:txBody>
      </p:sp>
      <p:sp>
        <p:nvSpPr>
          <p:cNvPr id="25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C4CC6C86-71B8-4BFE-B8BE-F650322E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5124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5F55"/>
                </a:solidFill>
              </a:defRPr>
            </a:pPr>
            <a:r>
              <a:rPr sz="1275" b="0">
                <a:solidFill>
                  <a:srgbClr val="625F55"/>
                </a:solidFill>
              </a:rPr>
              <a:t>回到骨架</a:t>
            </a:r>
          </a:p>
        </p:txBody>
      </p:sp>
    </p:spTree>
    <p:extLst>
      <p:ext uri="{BB962C8B-B14F-4D97-AF65-F5344CB8AC3E}">
        <p14:creationId xmlns:p14="http://schemas.microsoft.com/office/powerpoint/2010/main" val="1369118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6-code">
            <a:extLst xmlns:a="http://schemas.openxmlformats.org/drawingml/2006/main">
              <a:ext uri="{FF2B5EF4-FFF2-40B4-BE49-F238E27FC236}">
                <a16:creationId xmlns:a16="http://schemas.microsoft.com/office/drawing/2014/main" id="{2DC38148-F85A-431C-AAD0-CA4E0DD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C06 / CYCLE</a:t>
            </a:r>
          </a:p>
        </p:txBody>
      </p:sp>
      <p:sp>
        <p:nvSpPr>
          <p:cNvPr id="2" name="page-6-note">
            <a:extLst xmlns:a="http://schemas.openxmlformats.org/drawingml/2006/main">
              <a:ext uri="{FF2B5EF4-FFF2-40B4-BE49-F238E27FC236}">
                <a16:creationId xmlns:a16="http://schemas.microsoft.com/office/drawing/2014/main" id="{8393358A-3BE5-41BA-BE41-B93AC99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闭环 / 方向 / 写回</a:t>
            </a:r>
          </a:p>
        </p:txBody>
      </p:sp>
      <p:sp>
        <p:nvSpPr>
          <p:cNvPr id="3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418A7970-D286-43D5-9AA6-BE01E8F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循环图</a:t>
            </a:r>
          </a:p>
        </p:txBody>
      </p:sp>
      <p:sp>
        <p:nvSpPr>
          <p:cNvPr id="4" name="page-6-folio">
            <a:extLst xmlns:a="http://schemas.openxmlformats.org/drawingml/2006/main">
              <a:ext uri="{FF2B5EF4-FFF2-40B4-BE49-F238E27FC236}">
                <a16:creationId xmlns:a16="http://schemas.microsoft.com/office/drawing/2014/main" id="{A5F348F6-2173-4AD7-80BB-CC1AB823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P06 / CYCLE</a:t>
            </a:r>
          </a:p>
        </p:txBody>
      </p:sp>
      <p:sp>
        <p:nvSpPr>
          <p:cNvPr id="5" name="page-6-use-shadow">
            <a:extLst xmlns:a="http://schemas.openxmlformats.org/drawingml/2006/main">
              <a:ext uri="{FF2B5EF4-FFF2-40B4-BE49-F238E27FC236}">
                <a16:creationId xmlns:a16="http://schemas.microsoft.com/office/drawing/2014/main" id="{00E8C2F8-4D5D-41D3-91B3-DD8C44D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6-use">
            <a:extLst xmlns:a="http://schemas.openxmlformats.org/drawingml/2006/main">
              <a:ext uri="{FF2B5EF4-FFF2-40B4-BE49-F238E27FC236}">
                <a16:creationId xmlns:a16="http://schemas.microsoft.com/office/drawing/2014/main" id="{F116E1F4-8826-46CF-8096-86FB5CDA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6-use-text">
            <a:extLst xmlns:a="http://schemas.openxmlformats.org/drawingml/2006/main">
              <a:ext uri="{FF2B5EF4-FFF2-40B4-BE49-F238E27FC236}">
                <a16:creationId xmlns:a16="http://schemas.microsoft.com/office/drawing/2014/main" id="{89324EA6-B1B2-47BB-80EC-A1E896C0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cycle-sub">
            <a:extLst xmlns:a="http://schemas.openxmlformats.org/drawingml/2006/main">
              <a:ext uri="{FF2B5EF4-FFF2-40B4-BE49-F238E27FC236}">
                <a16:creationId xmlns:a16="http://schemas.microsoft.com/office/drawing/2014/main" id="{D5BF476D-3049-49EA-84C1-FBE170D6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57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每一次检查都会回到下一轮输入。</a:t>
            </a:r>
          </a:p>
        </p:txBody>
      </p:sp>
      <p:sp>
        <p:nvSpPr>
          <p:cNvPr id="9" name="cycle-input-shadow">
            <a:extLst xmlns:a="http://schemas.openxmlformats.org/drawingml/2006/main">
              <a:ext uri="{FF2B5EF4-FFF2-40B4-BE49-F238E27FC236}">
                <a16:creationId xmlns:a16="http://schemas.microsoft.com/office/drawing/2014/main" id="{5BE69625-EA02-4AEF-81B7-64AACCA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167640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0" name="cycle-input">
            <a:extLst xmlns:a="http://schemas.openxmlformats.org/drawingml/2006/main">
              <a:ext uri="{FF2B5EF4-FFF2-40B4-BE49-F238E27FC236}">
                <a16:creationId xmlns:a16="http://schemas.microsoft.com/office/drawing/2014/main" id="{0C3D65E1-30BA-488F-B5C3-74487F6A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61925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1" name="cycle-generate-shadow">
            <a:extLst xmlns:a="http://schemas.openxmlformats.org/drawingml/2006/main">
              <a:ext uri="{FF2B5EF4-FFF2-40B4-BE49-F238E27FC236}">
                <a16:creationId xmlns:a16="http://schemas.microsoft.com/office/drawing/2014/main" id="{0A388683-646A-4C42-8777-5C9DA4A2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32004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2" name="cycle-generate">
            <a:extLst xmlns:a="http://schemas.openxmlformats.org/drawingml/2006/main">
              <a:ext uri="{FF2B5EF4-FFF2-40B4-BE49-F238E27FC236}">
                <a16:creationId xmlns:a16="http://schemas.microsoft.com/office/drawing/2014/main" id="{F844FB48-8013-4753-9462-E8E28CA7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3143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3" name="cycle-check-shadow">
            <a:extLst xmlns:a="http://schemas.openxmlformats.org/drawingml/2006/main">
              <a:ext uri="{FF2B5EF4-FFF2-40B4-BE49-F238E27FC236}">
                <a16:creationId xmlns:a16="http://schemas.microsoft.com/office/drawing/2014/main" id="{4B0A5F97-7462-45FB-9A91-23AAAFB8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72440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14" name="cycle-check">
            <a:extLst xmlns:a="http://schemas.openxmlformats.org/drawingml/2006/main">
              <a:ext uri="{FF2B5EF4-FFF2-40B4-BE49-F238E27FC236}">
                <a16:creationId xmlns:a16="http://schemas.microsoft.com/office/drawing/2014/main" id="{DF546C14-350B-488A-AE2A-5F31430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66725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5" name="cycle-writeback-shadow">
            <a:extLst xmlns:a="http://schemas.openxmlformats.org/drawingml/2006/main">
              <a:ext uri="{FF2B5EF4-FFF2-40B4-BE49-F238E27FC236}">
                <a16:creationId xmlns:a16="http://schemas.microsoft.com/office/drawing/2014/main" id="{4C231774-9424-4755-B7FB-0BC213F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32004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6" name="cycle-writeback">
            <a:extLst xmlns:a="http://schemas.openxmlformats.org/drawingml/2006/main">
              <a:ext uri="{FF2B5EF4-FFF2-40B4-BE49-F238E27FC236}">
                <a16:creationId xmlns:a16="http://schemas.microsoft.com/office/drawing/2014/main" id="{D57CB6CB-6177-4210-986C-F8E61A11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3143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2" idx="0"/>
          </p:cNvCxnSpPr>
          <p:nvPr/>
        </p:nvCxnSpPr>
        <p:spPr>
          <a:xfrm xmlns:a="http://schemas.openxmlformats.org/drawingml/2006/main" rot="16200000" flipH="1">
            <a:off x="7858125" y="1571625"/>
            <a:ext cx="1143000" cy="2000250"/>
          </a:xfrm>
          <a:prstGeom xmlns:a="http://schemas.openxmlformats.org/drawingml/2006/main" prst="curvedConnector3">
            <a:avLst>
              <a:gd name="adj1" fmla="val 79286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2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rot="5400000">
            <a:off x="7858125" y="3476625"/>
            <a:ext cx="1143000" cy="2000250"/>
          </a:xfrm>
          <a:prstGeom xmlns:a="http://schemas.openxmlformats.org/drawingml/2006/main" prst="curvedConnector3">
            <a:avLst>
              <a:gd name="adj1" fmla="val 65000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4" idx="1"/>
            <a:endCxn xmlns:a="http://schemas.openxmlformats.org/drawingml/2006/main" id="16" idx="2"/>
          </p:cNvCxnSpPr>
          <p:nvPr/>
        </p:nvCxnSpPr>
        <p:spPr>
          <a:xfrm xmlns:a="http://schemas.openxmlformats.org/drawingml/2006/main" rot="16200000" flipH="1">
            <a:off x="3190875" y="3476625"/>
            <a:ext cx="1143000" cy="2000250"/>
          </a:xfrm>
          <a:prstGeom xmlns:a="http://schemas.openxmlformats.org/drawingml/2006/main" prst="curvedConnector3">
            <a:avLst>
              <a:gd name="adj1" fmla="val 79286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6" idx="0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5400000">
            <a:off x="3190875" y="1571625"/>
            <a:ext cx="1143000" cy="2000250"/>
          </a:xfrm>
          <a:prstGeom xmlns:a="http://schemas.openxmlformats.org/drawingml/2006/main" prst="curvedConnector3">
            <a:avLst>
              <a:gd name="adj1" fmla="val 65000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  <a:tailEnd type="arrow" w="med" len="med"/>
          </a:ln>
        </p:spPr>
      </p:cxnSp>
      <p:sp>
        <p:nvSpPr>
          <p:cNvPr id="21" name="cycle-num-0">
            <a:extLst xmlns:a="http://schemas.openxmlformats.org/drawingml/2006/main">
              <a:ext uri="{FF2B5EF4-FFF2-40B4-BE49-F238E27FC236}">
                <a16:creationId xmlns:a16="http://schemas.microsoft.com/office/drawing/2014/main" id="{7B53042A-0B14-4148-B04C-4BE2811E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1809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3B8"/>
                </a:solidFill>
              </a:defRPr>
            </a:pPr>
            <a:r>
              <a:rPr sz="1650" b="1">
                <a:solidFill>
                  <a:srgbClr val="3153B8"/>
                </a:solidFill>
              </a:rPr>
              <a:t>01</a:t>
            </a:r>
          </a:p>
        </p:txBody>
      </p:sp>
      <p:sp>
        <p:nvSpPr>
          <p:cNvPr id="22" name="cycle-title-0">
            <a:extLst xmlns:a="http://schemas.openxmlformats.org/drawingml/2006/main">
              <a:ext uri="{FF2B5EF4-FFF2-40B4-BE49-F238E27FC236}">
                <a16:creationId xmlns:a16="http://schemas.microsoft.com/office/drawing/2014/main" id="{2A564316-9BC8-45C7-BA87-DD8C3C8F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输入</a:t>
            </a:r>
          </a:p>
        </p:txBody>
      </p:sp>
      <p:sp>
        <p:nvSpPr>
          <p:cNvPr id="23" name="cycle-num-1">
            <a:extLst xmlns:a="http://schemas.openxmlformats.org/drawingml/2006/main">
              <a:ext uri="{FF2B5EF4-FFF2-40B4-BE49-F238E27FC236}">
                <a16:creationId xmlns:a16="http://schemas.microsoft.com/office/drawing/2014/main" id="{F351582A-5242-42A6-8054-39CCCE6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3333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186"/>
                </a:solidFill>
              </a:defRPr>
            </a:pPr>
            <a:r>
              <a:rPr sz="1650" b="1">
                <a:solidFill>
                  <a:srgbClr val="E76186"/>
                </a:solidFill>
              </a:rPr>
              <a:t>02</a:t>
            </a:r>
          </a:p>
        </p:txBody>
      </p:sp>
      <p:sp>
        <p:nvSpPr>
          <p:cNvPr id="24" name="cycle-title-1">
            <a:extLst xmlns:a="http://schemas.openxmlformats.org/drawingml/2006/main">
              <a:ext uri="{FF2B5EF4-FFF2-40B4-BE49-F238E27FC236}">
                <a16:creationId xmlns:a16="http://schemas.microsoft.com/office/drawing/2014/main" id="{D598EAEB-24DA-449D-9A5A-CC01E02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352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生成</a:t>
            </a:r>
          </a:p>
        </p:txBody>
      </p:sp>
      <p:sp>
        <p:nvSpPr>
          <p:cNvPr id="25" name="cycle-num-2">
            <a:extLst xmlns:a="http://schemas.openxmlformats.org/drawingml/2006/main">
              <a:ext uri="{FF2B5EF4-FFF2-40B4-BE49-F238E27FC236}">
                <a16:creationId xmlns:a16="http://schemas.microsoft.com/office/drawing/2014/main" id="{C656CB8B-1DC0-4866-9395-F45D887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857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B13F"/>
                </a:solidFill>
              </a:defRPr>
            </a:pPr>
            <a:r>
              <a:rPr sz="1650" b="1">
                <a:solidFill>
                  <a:srgbClr val="E8B13F"/>
                </a:solidFill>
              </a:rPr>
              <a:t>03</a:t>
            </a:r>
          </a:p>
        </p:txBody>
      </p:sp>
      <p:sp>
        <p:nvSpPr>
          <p:cNvPr id="26" name="cycle-title-2">
            <a:extLst xmlns:a="http://schemas.openxmlformats.org/drawingml/2006/main">
              <a:ext uri="{FF2B5EF4-FFF2-40B4-BE49-F238E27FC236}">
                <a16:creationId xmlns:a16="http://schemas.microsoft.com/office/drawing/2014/main" id="{03ED58DE-4D99-4BDD-9948-CB8F60EC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87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检查</a:t>
            </a:r>
          </a:p>
        </p:txBody>
      </p:sp>
      <p:sp>
        <p:nvSpPr>
          <p:cNvPr id="27" name="cycle-num-3">
            <a:extLst xmlns:a="http://schemas.openxmlformats.org/drawingml/2006/main">
              <a:ext uri="{FF2B5EF4-FFF2-40B4-BE49-F238E27FC236}">
                <a16:creationId xmlns:a16="http://schemas.microsoft.com/office/drawing/2014/main" id="{2A505B3F-5A58-4033-9C60-88B39D26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3333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3"/>
                </a:solidFill>
              </a:defRPr>
            </a:pPr>
            <a:r>
              <a:rPr sz="1650" b="1">
                <a:solidFill>
                  <a:srgbClr val="171713"/>
                </a:solidFill>
              </a:rPr>
              <a:t>04</a:t>
            </a:r>
          </a:p>
        </p:txBody>
      </p:sp>
      <p:sp>
        <p:nvSpPr>
          <p:cNvPr id="28" name="cycle-title-3">
            <a:extLst xmlns:a="http://schemas.openxmlformats.org/drawingml/2006/main">
              <a:ext uri="{FF2B5EF4-FFF2-40B4-BE49-F238E27FC236}">
                <a16:creationId xmlns:a16="http://schemas.microsoft.com/office/drawing/2014/main" id="{0163FCD9-4838-4D89-8ACA-3BF01AC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125" y="3352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写回</a:t>
            </a:r>
          </a:p>
        </p:txBody>
      </p:sp>
      <p:sp>
        <p:nvSpPr>
          <p:cNvPr id="29" name="cycle-center">
            <a:extLst xmlns:a="http://schemas.openxmlformats.org/drawingml/2006/main">
              <a:ext uri="{FF2B5EF4-FFF2-40B4-BE49-F238E27FC236}">
                <a16:creationId xmlns:a16="http://schemas.microsoft.com/office/drawing/2014/main" id="{2EDFD8D3-1BC8-4D52-A750-7F7FE59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1432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3"/>
                </a:solidFill>
              </a:defRPr>
            </a:pPr>
            <a:r>
              <a:rPr sz="2325" b="1">
                <a:solidFill>
                  <a:srgbClr val="171713"/>
                </a:solidFill>
              </a:rPr>
              <a:t>能力</a:t>
            </a:r>
          </a:p>
          <a:p xmlns:a="http://schemas.openxmlformats.org/drawingml/2006/main">
            <a:pPr algn="ctr">
              <a:defRPr sz="2325" b="1">
                <a:solidFill>
                  <a:srgbClr val="171713"/>
                </a:solidFill>
              </a:defRPr>
            </a:pPr>
            <a:r>
              <a:rPr sz="2325" b="1">
                <a:solidFill>
                  <a:srgbClr val="171713"/>
                </a:solidFill>
              </a:rPr>
              <a:t>沉淀</a:t>
            </a:r>
          </a:p>
        </p:txBody>
      </p:sp>
    </p:spTree>
    <p:extLst>
      <p:ext uri="{BB962C8B-B14F-4D97-AF65-F5344CB8AC3E}">
        <p14:creationId xmlns:p14="http://schemas.microsoft.com/office/powerpoint/2010/main" val="1805200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7-code">
            <a:extLst xmlns:a="http://schemas.openxmlformats.org/drawingml/2006/main">
              <a:ext uri="{FF2B5EF4-FFF2-40B4-BE49-F238E27FC236}">
                <a16:creationId xmlns:a16="http://schemas.microsoft.com/office/drawing/2014/main" id="{143DEF3B-5B87-4B90-8FC9-A75039E9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C07 / HIERARCHY</a:t>
            </a:r>
          </a:p>
        </p:txBody>
      </p:sp>
      <p:sp>
        <p:nvSpPr>
          <p:cNvPr id="2" name="page-7-note">
            <a:extLst xmlns:a="http://schemas.openxmlformats.org/drawingml/2006/main">
              <a:ext uri="{FF2B5EF4-FFF2-40B4-BE49-F238E27FC236}">
                <a16:creationId xmlns:a16="http://schemas.microsoft.com/office/drawing/2014/main" id="{DBB9BA77-1966-4C8A-B7B7-60999F2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父级 / 子级 / 归属</a:t>
            </a:r>
          </a:p>
        </p:txBody>
      </p:sp>
      <p:sp>
        <p:nvSpPr>
          <p:cNvPr id="3" name="page-7-title">
            <a:extLst xmlns:a="http://schemas.openxmlformats.org/drawingml/2006/main">
              <a:ext uri="{FF2B5EF4-FFF2-40B4-BE49-F238E27FC236}">
                <a16:creationId xmlns:a16="http://schemas.microsoft.com/office/drawing/2014/main" id="{264D2E0E-4B4D-4AF8-8332-7F9FC858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层级页</a:t>
            </a:r>
          </a:p>
        </p:txBody>
      </p:sp>
      <p:sp>
        <p:nvSpPr>
          <p:cNvPr id="4" name="page-7-folio">
            <a:extLst xmlns:a="http://schemas.openxmlformats.org/drawingml/2006/main">
              <a:ext uri="{FF2B5EF4-FFF2-40B4-BE49-F238E27FC236}">
                <a16:creationId xmlns:a16="http://schemas.microsoft.com/office/drawing/2014/main" id="{4C6FF072-F1F4-42A1-BE3F-291B2499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P07 / HIERARCHY</a:t>
            </a:r>
          </a:p>
        </p:txBody>
      </p:sp>
      <p:sp>
        <p:nvSpPr>
          <p:cNvPr id="5" name="page-7-use-shadow">
            <a:extLst xmlns:a="http://schemas.openxmlformats.org/drawingml/2006/main">
              <a:ext uri="{FF2B5EF4-FFF2-40B4-BE49-F238E27FC236}">
                <a16:creationId xmlns:a16="http://schemas.microsoft.com/office/drawing/2014/main" id="{E356D514-C8C1-41E0-99FB-BDE143A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7-use">
            <a:extLst xmlns:a="http://schemas.openxmlformats.org/drawingml/2006/main">
              <a:ext uri="{FF2B5EF4-FFF2-40B4-BE49-F238E27FC236}">
                <a16:creationId xmlns:a16="http://schemas.microsoft.com/office/drawing/2014/main" id="{672B5EB2-3CA0-490F-BC91-A276A30D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7-use-text">
            <a:extLst xmlns:a="http://schemas.openxmlformats.org/drawingml/2006/main">
              <a:ext uri="{FF2B5EF4-FFF2-40B4-BE49-F238E27FC236}">
                <a16:creationId xmlns:a16="http://schemas.microsoft.com/office/drawing/2014/main" id="{2AE684AB-0CCE-48C7-829F-73791C26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hierarchy-sub">
            <a:extLst xmlns:a="http://schemas.openxmlformats.org/drawingml/2006/main">
              <a:ext uri="{FF2B5EF4-FFF2-40B4-BE49-F238E27FC236}">
                <a16:creationId xmlns:a16="http://schemas.microsoft.com/office/drawing/2014/main" id="{7BF94873-AAF9-47FF-B768-0E140B5E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573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层级来自归属关系，不来自上下错落。</a:t>
            </a:r>
          </a:p>
        </p:txBody>
      </p:sp>
      <p:sp>
        <p:nvSpPr>
          <p:cNvPr id="9" name="hierarchy-parent-shadow">
            <a:extLst xmlns:a="http://schemas.openxmlformats.org/drawingml/2006/main">
              <a:ext uri="{FF2B5EF4-FFF2-40B4-BE49-F238E27FC236}">
                <a16:creationId xmlns:a16="http://schemas.microsoft.com/office/drawing/2014/main" id="{AFCBAD24-7F1F-457A-8C40-635E31B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17716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0" name="hierarchy-parent">
            <a:extLst xmlns:a="http://schemas.openxmlformats.org/drawingml/2006/main">
              <a:ext uri="{FF2B5EF4-FFF2-40B4-BE49-F238E27FC236}">
                <a16:creationId xmlns:a16="http://schemas.microsoft.com/office/drawing/2014/main" id="{9C7A539F-D398-4396-B9A0-2469CD78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17145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1" name="hierarchy-parent-text">
            <a:extLst xmlns:a="http://schemas.openxmlformats.org/drawingml/2006/main">
              <a:ext uri="{FF2B5EF4-FFF2-40B4-BE49-F238E27FC236}">
                <a16:creationId xmlns:a16="http://schemas.microsoft.com/office/drawing/2014/main" id="{A8AB5E6F-2408-40F6-AACA-3480FA83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019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3"/>
                </a:solidFill>
              </a:defRPr>
            </a:pPr>
            <a:r>
              <a:rPr sz="1875" b="1">
                <a:solidFill>
                  <a:srgbClr val="171713"/>
                </a:solidFill>
              </a:rPr>
              <a:t>双色独立刊物视觉系统</a:t>
            </a:r>
          </a:p>
        </p:txBody>
      </p:sp>
      <p:sp>
        <p:nvSpPr>
          <p:cNvPr id="12" name="hierarchy-child-0-shadow">
            <a:extLst xmlns:a="http://schemas.openxmlformats.org/drawingml/2006/main">
              <a:ext uri="{FF2B5EF4-FFF2-40B4-BE49-F238E27FC236}">
                <a16:creationId xmlns:a16="http://schemas.microsoft.com/office/drawing/2014/main" id="{74683BA2-12FC-4AA5-BE7B-F284B09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7719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3" name="hierarchy-child-0">
            <a:extLst xmlns:a="http://schemas.openxmlformats.org/drawingml/2006/main">
              <a:ext uri="{FF2B5EF4-FFF2-40B4-BE49-F238E27FC236}">
                <a16:creationId xmlns:a16="http://schemas.microsoft.com/office/drawing/2014/main" id="{09E262C7-37AD-41D7-9FBD-F536CFD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37147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4" name="hierarchy-child-title-0">
            <a:extLst xmlns:a="http://schemas.openxmlformats.org/drawingml/2006/main">
              <a:ext uri="{FF2B5EF4-FFF2-40B4-BE49-F238E27FC236}">
                <a16:creationId xmlns:a16="http://schemas.microsoft.com/office/drawing/2014/main" id="{DDC9F08E-CB00-4005-912F-A42608B4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4000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3"/>
                </a:solidFill>
              </a:defRPr>
            </a:pPr>
            <a:r>
              <a:rPr sz="1650" b="1">
                <a:solidFill>
                  <a:srgbClr val="171713"/>
                </a:solidFill>
              </a:rPr>
              <a:t>结构骨架</a:t>
            </a:r>
          </a:p>
        </p:txBody>
      </p:sp>
      <p:sp>
        <p:nvSpPr>
          <p:cNvPr id="15" name="hierarchy-child-1-shadow">
            <a:extLst xmlns:a="http://schemas.openxmlformats.org/drawingml/2006/main">
              <a:ext uri="{FF2B5EF4-FFF2-40B4-BE49-F238E27FC236}">
                <a16:creationId xmlns:a16="http://schemas.microsoft.com/office/drawing/2014/main" id="{D97E4003-4B25-465A-8B05-E30797B5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37719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6" name="hierarchy-child-1">
            <a:extLst xmlns:a="http://schemas.openxmlformats.org/drawingml/2006/main">
              <a:ext uri="{FF2B5EF4-FFF2-40B4-BE49-F238E27FC236}">
                <a16:creationId xmlns:a16="http://schemas.microsoft.com/office/drawing/2014/main" id="{D0E6761B-A627-485A-98E7-D0E7E52E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7147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7" name="hierarchy-child-title-1">
            <a:extLst xmlns:a="http://schemas.openxmlformats.org/drawingml/2006/main">
              <a:ext uri="{FF2B5EF4-FFF2-40B4-BE49-F238E27FC236}">
                <a16:creationId xmlns:a16="http://schemas.microsoft.com/office/drawing/2014/main" id="{885F5D77-FF6F-4C21-B81C-FC7461B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4000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3"/>
                </a:solidFill>
              </a:defRPr>
            </a:pPr>
            <a:r>
              <a:rPr sz="1650" b="1">
                <a:solidFill>
                  <a:srgbClr val="171713"/>
                </a:solidFill>
              </a:rPr>
              <a:t>主题 token</a:t>
            </a:r>
          </a:p>
        </p:txBody>
      </p:sp>
      <p:sp>
        <p:nvSpPr>
          <p:cNvPr id="18" name="hierarchy-child-2-shadow">
            <a:extLst xmlns:a="http://schemas.openxmlformats.org/drawingml/2006/main">
              <a:ext uri="{FF2B5EF4-FFF2-40B4-BE49-F238E27FC236}">
                <a16:creationId xmlns:a16="http://schemas.microsoft.com/office/drawing/2014/main" id="{BD14F889-555B-4529-943F-27C3EF40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37719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19" name="hierarchy-child-2">
            <a:extLst xmlns:a="http://schemas.openxmlformats.org/drawingml/2006/main">
              <a:ext uri="{FF2B5EF4-FFF2-40B4-BE49-F238E27FC236}">
                <a16:creationId xmlns:a16="http://schemas.microsoft.com/office/drawing/2014/main" id="{B5DB1257-9E23-4DE0-813D-124EBFC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37147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0" name="hierarchy-child-title-2">
            <a:extLst xmlns:a="http://schemas.openxmlformats.org/drawingml/2006/main">
              <a:ext uri="{FF2B5EF4-FFF2-40B4-BE49-F238E27FC236}">
                <a16:creationId xmlns:a16="http://schemas.microsoft.com/office/drawing/2014/main" id="{14E34370-3E12-4EED-A5FF-C5DA7D56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4000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3"/>
                </a:solidFill>
              </a:defRPr>
            </a:pPr>
            <a:r>
              <a:rPr sz="1650" b="1">
                <a:solidFill>
                  <a:srgbClr val="171713"/>
                </a:solidFill>
              </a:rPr>
              <a:t>图片资产</a:t>
            </a:r>
          </a:p>
        </p:txBody>
      </p: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762250" y="2619375"/>
            <a:ext cx="33337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619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3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619375"/>
            <a:ext cx="33337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171713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64563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8-code">
            <a:extLst xmlns:a="http://schemas.openxmlformats.org/drawingml/2006/main">
              <a:ext uri="{FF2B5EF4-FFF2-40B4-BE49-F238E27FC236}">
                <a16:creationId xmlns:a16="http://schemas.microsoft.com/office/drawing/2014/main" id="{36E51184-FDD0-49A9-90ED-82FDC3E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C08 / COMPARISON</a:t>
            </a:r>
          </a:p>
        </p:txBody>
      </p:sp>
      <p:sp>
        <p:nvSpPr>
          <p:cNvPr id="2" name="page-8-note">
            <a:extLst xmlns:a="http://schemas.openxmlformats.org/drawingml/2006/main">
              <a:ext uri="{FF2B5EF4-FFF2-40B4-BE49-F238E27FC236}">
                <a16:creationId xmlns:a16="http://schemas.microsoft.com/office/drawing/2014/main" id="{5DFE4A8C-877C-4C52-B67A-086FD4F5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镜像字段 / 共享基线</a:t>
            </a:r>
          </a:p>
        </p:txBody>
      </p:sp>
      <p:sp>
        <p:nvSpPr>
          <p:cNvPr id="3" name="page-8-title">
            <a:extLst xmlns:a="http://schemas.openxmlformats.org/drawingml/2006/main">
              <a:ext uri="{FF2B5EF4-FFF2-40B4-BE49-F238E27FC236}">
                <a16:creationId xmlns:a16="http://schemas.microsoft.com/office/drawing/2014/main" id="{A3484F72-52A0-4613-88E1-87FE892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对比页</a:t>
            </a:r>
          </a:p>
        </p:txBody>
      </p:sp>
      <p:sp>
        <p:nvSpPr>
          <p:cNvPr id="4" name="page-8-folio">
            <a:extLst xmlns:a="http://schemas.openxmlformats.org/drawingml/2006/main">
              <a:ext uri="{FF2B5EF4-FFF2-40B4-BE49-F238E27FC236}">
                <a16:creationId xmlns:a16="http://schemas.microsoft.com/office/drawing/2014/main" id="{2CE8BD7D-FFB6-4818-B04A-9AC9E133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P08 / COMPARISON</a:t>
            </a:r>
          </a:p>
        </p:txBody>
      </p:sp>
      <p:sp>
        <p:nvSpPr>
          <p:cNvPr id="5" name="page-8-use-shadow">
            <a:extLst xmlns:a="http://schemas.openxmlformats.org/drawingml/2006/main">
              <a:ext uri="{FF2B5EF4-FFF2-40B4-BE49-F238E27FC236}">
                <a16:creationId xmlns:a16="http://schemas.microsoft.com/office/drawing/2014/main" id="{56728F42-01DE-46A4-81EA-103D8CAC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8-use">
            <a:extLst xmlns:a="http://schemas.openxmlformats.org/drawingml/2006/main">
              <a:ext uri="{FF2B5EF4-FFF2-40B4-BE49-F238E27FC236}">
                <a16:creationId xmlns:a16="http://schemas.microsoft.com/office/drawing/2014/main" id="{E032BFEA-A26C-41B7-BEF0-3D41D76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8-use-text">
            <a:extLst xmlns:a="http://schemas.openxmlformats.org/drawingml/2006/main">
              <a:ext uri="{FF2B5EF4-FFF2-40B4-BE49-F238E27FC236}">
                <a16:creationId xmlns:a16="http://schemas.microsoft.com/office/drawing/2014/main" id="{45408A1A-1A90-4879-AD86-2B4CF01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compare-left-head">
            <a:extLst xmlns:a="http://schemas.openxmlformats.org/drawingml/2006/main">
              <a:ext uri="{FF2B5EF4-FFF2-40B4-BE49-F238E27FC236}">
                <a16:creationId xmlns:a16="http://schemas.microsoft.com/office/drawing/2014/main" id="{3E28A5BE-BFF8-46C7-9015-B84C9BE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71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3"/>
                </a:solidFill>
              </a:defRPr>
            </a:pPr>
            <a:r>
              <a:rPr sz="2550" b="1">
                <a:solidFill>
                  <a:srgbClr val="171713"/>
                </a:solidFill>
              </a:rPr>
              <a:t>自由生成</a:t>
            </a:r>
          </a:p>
        </p:txBody>
      </p:sp>
      <p:sp>
        <p:nvSpPr>
          <p:cNvPr id="9" name="compare-right-head">
            <a:extLst xmlns:a="http://schemas.openxmlformats.org/drawingml/2006/main">
              <a:ext uri="{FF2B5EF4-FFF2-40B4-BE49-F238E27FC236}">
                <a16:creationId xmlns:a16="http://schemas.microsoft.com/office/drawing/2014/main" id="{9940BA38-4544-4E7A-95CF-6CF4AA7A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15716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186"/>
                </a:solidFill>
              </a:defRPr>
            </a:pPr>
            <a:r>
              <a:rPr sz="2550" b="1">
                <a:solidFill>
                  <a:srgbClr val="E76186"/>
                </a:solidFill>
              </a:rPr>
              <a:t>模板执行</a:t>
            </a:r>
          </a:p>
        </p:txBody>
      </p:sp>
      <p:sp>
        <p:nvSpPr>
          <p:cNvPr id="10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F6D365A-B319-4767-99F6-E810F096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1524000"/>
            <a:ext cx="38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1" name="compare-row-0">
            <a:extLst xmlns:a="http://schemas.openxmlformats.org/drawingml/2006/main">
              <a:ext uri="{FF2B5EF4-FFF2-40B4-BE49-F238E27FC236}">
                <a16:creationId xmlns:a16="http://schemas.microsoft.com/office/drawing/2014/main" id="{AD8E6712-28CD-490B-B00B-6AB4F0D8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289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2" name="compare-l-0">
            <a:extLst xmlns:a="http://schemas.openxmlformats.org/drawingml/2006/main">
              <a:ext uri="{FF2B5EF4-FFF2-40B4-BE49-F238E27FC236}">
                <a16:creationId xmlns:a16="http://schemas.microsoft.com/office/drawing/2014/main" id="{7CE8C462-4CE1-4122-879F-110AA83E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333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Prompt 约束</a:t>
            </a:r>
          </a:p>
        </p:txBody>
      </p:sp>
      <p:sp>
        <p:nvSpPr>
          <p:cNvPr id="13" name="compare-m-0">
            <a:extLst xmlns:a="http://schemas.openxmlformats.org/drawingml/2006/main">
              <a:ext uri="{FF2B5EF4-FFF2-40B4-BE49-F238E27FC236}">
                <a16:creationId xmlns:a16="http://schemas.microsoft.com/office/drawing/2014/main" id="{DF98048C-F0AA-4FA9-AC4D-4D8A190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2381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25F55"/>
                </a:solidFill>
              </a:defRPr>
            </a:pPr>
            <a:r>
              <a:rPr sz="825" b="1">
                <a:solidFill>
                  <a:srgbClr val="625F55"/>
                </a:solidFill>
              </a:rPr>
              <a:t>CONSTRAINT</a:t>
            </a:r>
          </a:p>
        </p:txBody>
      </p:sp>
      <p:sp>
        <p:nvSpPr>
          <p:cNvPr id="14" name="compare-r-0">
            <a:extLst xmlns:a="http://schemas.openxmlformats.org/drawingml/2006/main">
              <a:ext uri="{FF2B5EF4-FFF2-40B4-BE49-F238E27FC236}">
                <a16:creationId xmlns:a16="http://schemas.microsoft.com/office/drawing/2014/main" id="{5253EECA-41CA-418B-AA24-633663A8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33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Schema 约束</a:t>
            </a:r>
          </a:p>
        </p:txBody>
      </p:sp>
      <p:sp>
        <p:nvSpPr>
          <p:cNvPr id="15" name="compare-row-1">
            <a:extLst xmlns:a="http://schemas.openxmlformats.org/drawingml/2006/main">
              <a:ext uri="{FF2B5EF4-FFF2-40B4-BE49-F238E27FC236}">
                <a16:creationId xmlns:a16="http://schemas.microsoft.com/office/drawing/2014/main" id="{1B5032E0-7F06-48B5-A96E-2783EB92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5337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16" name="compare-l-1">
            <a:extLst xmlns:a="http://schemas.openxmlformats.org/drawingml/2006/main">
              <a:ext uri="{FF2B5EF4-FFF2-40B4-BE49-F238E27FC236}">
                <a16:creationId xmlns:a16="http://schemas.microsoft.com/office/drawing/2014/main" id="{8B088E92-5F36-44AA-9879-AE500BE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0384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重新发明页面</a:t>
            </a:r>
          </a:p>
        </p:txBody>
      </p:sp>
      <p:sp>
        <p:nvSpPr>
          <p:cNvPr id="17" name="compare-m-1">
            <a:extLst xmlns:a="http://schemas.openxmlformats.org/drawingml/2006/main">
              <a:ext uri="{FF2B5EF4-FFF2-40B4-BE49-F238E27FC236}">
                <a16:creationId xmlns:a16="http://schemas.microsoft.com/office/drawing/2014/main" id="{52875716-86FF-42A1-AF27-AAFFB1B8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086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25F55"/>
                </a:solidFill>
              </a:defRPr>
            </a:pPr>
            <a:r>
              <a:rPr sz="825" b="1">
                <a:solidFill>
                  <a:srgbClr val="625F55"/>
                </a:solidFill>
              </a:rPr>
              <a:t>LAYOUT</a:t>
            </a:r>
          </a:p>
        </p:txBody>
      </p:sp>
      <p:sp>
        <p:nvSpPr>
          <p:cNvPr id="18" name="compare-r-1">
            <a:extLst xmlns:a="http://schemas.openxmlformats.org/drawingml/2006/main">
              <a:ext uri="{FF2B5EF4-FFF2-40B4-BE49-F238E27FC236}">
                <a16:creationId xmlns:a16="http://schemas.microsoft.com/office/drawing/2014/main" id="{17CE1086-C4B7-44A1-9951-D17BE4F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0384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调用批准变体</a:t>
            </a:r>
          </a:p>
        </p:txBody>
      </p:sp>
      <p:sp>
        <p:nvSpPr>
          <p:cNvPr id="19" name="compare-row-2">
            <a:extLst xmlns:a="http://schemas.openxmlformats.org/drawingml/2006/main">
              <a:ext uri="{FF2B5EF4-FFF2-40B4-BE49-F238E27FC236}">
                <a16:creationId xmlns:a16="http://schemas.microsoft.com/office/drawing/2014/main" id="{81C4292E-3857-4127-970A-58DB4F3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2386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20" name="compare-l-2">
            <a:extLst xmlns:a="http://schemas.openxmlformats.org/drawingml/2006/main">
              <a:ext uri="{FF2B5EF4-FFF2-40B4-BE49-F238E27FC236}">
                <a16:creationId xmlns:a16="http://schemas.microsoft.com/office/drawing/2014/main" id="{986C30C0-249B-46D0-811C-5BA96A5E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7433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可能删改文字</a:t>
            </a:r>
          </a:p>
        </p:txBody>
      </p:sp>
      <p:sp>
        <p:nvSpPr>
          <p:cNvPr id="21" name="compare-m-2">
            <a:extLst xmlns:a="http://schemas.openxmlformats.org/drawingml/2006/main">
              <a:ext uri="{FF2B5EF4-FFF2-40B4-BE49-F238E27FC236}">
                <a16:creationId xmlns:a16="http://schemas.microsoft.com/office/drawing/2014/main" id="{07A7043C-FAA9-4947-9DD8-86371EB6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790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25F55"/>
                </a:solidFill>
              </a:defRPr>
            </a:pPr>
            <a:r>
              <a:rPr sz="825" b="1">
                <a:solidFill>
                  <a:srgbClr val="625F55"/>
                </a:solidFill>
              </a:rPr>
              <a:t>TEXT</a:t>
            </a:r>
          </a:p>
        </p:txBody>
      </p:sp>
      <p:sp>
        <p:nvSpPr>
          <p:cNvPr id="22" name="compare-r-2">
            <a:extLst xmlns:a="http://schemas.openxmlformats.org/drawingml/2006/main">
              <a:ext uri="{FF2B5EF4-FFF2-40B4-BE49-F238E27FC236}">
                <a16:creationId xmlns:a16="http://schemas.microsoft.com/office/drawing/2014/main" id="{151A2884-0102-48AD-A908-97DC8C8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7433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内容 hash 锁定</a:t>
            </a:r>
          </a:p>
        </p:txBody>
      </p:sp>
      <p:sp>
        <p:nvSpPr>
          <p:cNvPr id="23" name="compare-row-3">
            <a:extLst xmlns:a="http://schemas.openxmlformats.org/drawingml/2006/main">
              <a:ext uri="{FF2B5EF4-FFF2-40B4-BE49-F238E27FC236}">
                <a16:creationId xmlns:a16="http://schemas.microsoft.com/office/drawing/2014/main" id="{D55BEDED-0776-4FA6-9C7B-BDDF24A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9434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24" name="compare-l-3">
            <a:extLst xmlns:a="http://schemas.openxmlformats.org/drawingml/2006/main">
              <a:ext uri="{FF2B5EF4-FFF2-40B4-BE49-F238E27FC236}">
                <a16:creationId xmlns:a16="http://schemas.microsoft.com/office/drawing/2014/main" id="{47404DD1-BABF-41EF-AEE8-6DC81706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4481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打开就算完成</a:t>
            </a:r>
          </a:p>
        </p:txBody>
      </p:sp>
      <p:sp>
        <p:nvSpPr>
          <p:cNvPr id="25" name="compare-m-3">
            <a:extLst xmlns:a="http://schemas.openxmlformats.org/drawingml/2006/main">
              <a:ext uri="{FF2B5EF4-FFF2-40B4-BE49-F238E27FC236}">
                <a16:creationId xmlns:a16="http://schemas.microsoft.com/office/drawing/2014/main" id="{14176E14-D0B8-4784-929C-8BF29C1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4495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25F55"/>
                </a:solidFill>
              </a:defRPr>
            </a:pPr>
            <a:r>
              <a:rPr sz="825" b="1">
                <a:solidFill>
                  <a:srgbClr val="625F55"/>
                </a:solidFill>
              </a:rPr>
              <a:t>QA</a:t>
            </a:r>
          </a:p>
        </p:txBody>
      </p:sp>
      <p:sp>
        <p:nvSpPr>
          <p:cNvPr id="26" name="compare-r-3">
            <a:extLst xmlns:a="http://schemas.openxmlformats.org/drawingml/2006/main">
              <a:ext uri="{FF2B5EF4-FFF2-40B4-BE49-F238E27FC236}">
                <a16:creationId xmlns:a16="http://schemas.microsoft.com/office/drawing/2014/main" id="{1A978C42-B06E-4E9C-82C8-6F9ED64A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4481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713"/>
                </a:solidFill>
              </a:defRPr>
            </a:pPr>
            <a:r>
              <a:rPr sz="1500" b="0">
                <a:solidFill>
                  <a:srgbClr val="171713"/>
                </a:solidFill>
              </a:rPr>
              <a:t>真实成品验收</a:t>
            </a:r>
          </a:p>
        </p:txBody>
      </p:sp>
    </p:spTree>
    <p:extLst>
      <p:ext uri="{BB962C8B-B14F-4D97-AF65-F5344CB8AC3E}">
        <p14:creationId xmlns:p14="http://schemas.microsoft.com/office/powerpoint/2010/main" val="1723293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9-code">
            <a:extLst xmlns:a="http://schemas.openxmlformats.org/drawingml/2006/main">
              <a:ext uri="{FF2B5EF4-FFF2-40B4-BE49-F238E27FC236}">
                <a16:creationId xmlns:a16="http://schemas.microsoft.com/office/drawing/2014/main" id="{046BC295-DDC0-49F4-9CEF-D30A3863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C09 / IMAGE + TEXT</a:t>
            </a:r>
          </a:p>
        </p:txBody>
      </p:sp>
      <p:sp>
        <p:nvSpPr>
          <p:cNvPr id="2" name="page-9-note">
            <a:extLst xmlns:a="http://schemas.openxmlformats.org/drawingml/2006/main">
              <a:ext uri="{FF2B5EF4-FFF2-40B4-BE49-F238E27FC236}">
                <a16:creationId xmlns:a16="http://schemas.microsoft.com/office/drawing/2014/main" id="{AF9B2034-7151-4B18-9939-C87D080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主图先承担视觉</a:t>
            </a:r>
          </a:p>
        </p:txBody>
      </p:sp>
      <p:sp>
        <p:nvSpPr>
          <p:cNvPr id="3" name="page-9-title">
            <a:extLst xmlns:a="http://schemas.openxmlformats.org/drawingml/2006/main">
              <a:ext uri="{FF2B5EF4-FFF2-40B4-BE49-F238E27FC236}">
                <a16:creationId xmlns:a16="http://schemas.microsoft.com/office/drawing/2014/main" id="{A4ED65C7-A571-4EF3-95A6-D9A53833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图文混排页</a:t>
            </a:r>
          </a:p>
        </p:txBody>
      </p:sp>
      <p:sp>
        <p:nvSpPr>
          <p:cNvPr id="4" name="page-9-folio">
            <a:extLst xmlns:a="http://schemas.openxmlformats.org/drawingml/2006/main">
              <a:ext uri="{FF2B5EF4-FFF2-40B4-BE49-F238E27FC236}">
                <a16:creationId xmlns:a16="http://schemas.microsoft.com/office/drawing/2014/main" id="{31890A9E-1E21-4079-9357-1BD08502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P09 / IMAGE + TEXT</a:t>
            </a:r>
          </a:p>
        </p:txBody>
      </p:sp>
      <p:sp>
        <p:nvSpPr>
          <p:cNvPr id="5" name="page-9-use-shadow">
            <a:extLst xmlns:a="http://schemas.openxmlformats.org/drawingml/2006/main">
              <a:ext uri="{FF2B5EF4-FFF2-40B4-BE49-F238E27FC236}">
                <a16:creationId xmlns:a16="http://schemas.microsoft.com/office/drawing/2014/main" id="{915EEFEF-B521-4829-9557-C87D660E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9-use">
            <a:extLst xmlns:a="http://schemas.openxmlformats.org/drawingml/2006/main">
              <a:ext uri="{FF2B5EF4-FFF2-40B4-BE49-F238E27FC236}">
                <a16:creationId xmlns:a16="http://schemas.microsoft.com/office/drawing/2014/main" id="{528DD538-E8FB-4B34-937E-F099C23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9-use-text">
            <a:extLst xmlns:a="http://schemas.openxmlformats.org/drawingml/2006/main">
              <a:ext uri="{FF2B5EF4-FFF2-40B4-BE49-F238E27FC236}">
                <a16:creationId xmlns:a16="http://schemas.microsoft.com/office/drawing/2014/main" id="{B6AD5D34-F17D-4D34-9CA8-11D5AE01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image-text-slot-shadow">
            <a:extLst xmlns:a="http://schemas.openxmlformats.org/drawingml/2006/main">
              <a:ext uri="{FF2B5EF4-FFF2-40B4-BE49-F238E27FC236}">
                <a16:creationId xmlns:a16="http://schemas.microsoft.com/office/drawing/2014/main" id="{A4B14C73-9D87-4581-BF15-71561EB6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628775"/>
            <a:ext cx="6191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9" name="image-text-slot">
            <a:extLst xmlns:a="http://schemas.openxmlformats.org/drawingml/2006/main">
              <a:ext uri="{FF2B5EF4-FFF2-40B4-BE49-F238E27FC236}">
                <a16:creationId xmlns:a16="http://schemas.microsoft.com/office/drawing/2014/main" id="{9D783175-4DA7-4659-833C-82F8A52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571625"/>
            <a:ext cx="6191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0" name="image-text-label-shape">
            <a:extLst xmlns:a="http://schemas.openxmlformats.org/drawingml/2006/main">
              <a:ext uri="{FF2B5EF4-FFF2-40B4-BE49-F238E27FC236}">
                <a16:creationId xmlns:a16="http://schemas.microsoft.com/office/drawing/2014/main" id="{19962A1A-851B-4863-B125-F594E36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78117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1" name="image-text-label">
            <a:extLst xmlns:a="http://schemas.openxmlformats.org/drawingml/2006/main">
              <a:ext uri="{FF2B5EF4-FFF2-40B4-BE49-F238E27FC236}">
                <a16:creationId xmlns:a16="http://schemas.microsoft.com/office/drawing/2014/main" id="{D023FCF0-8C40-4A19-B9C5-EA5EB2A8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8288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MAIN IMAGE</a:t>
            </a:r>
          </a:p>
        </p:txBody>
      </p:sp>
      <p:sp>
        <p:nvSpPr>
          <p:cNvPr id="12" name="image-text-inner">
            <a:extLst xmlns:a="http://schemas.openxmlformats.org/drawingml/2006/main">
              <a:ext uri="{FF2B5EF4-FFF2-40B4-BE49-F238E27FC236}">
                <a16:creationId xmlns:a16="http://schemas.microsoft.com/office/drawing/2014/main" id="{062BEB3E-1377-431F-B268-9BA7628F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238375"/>
            <a:ext cx="5715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D8"/>
          </a:solidFill>
          <a:ln xmlns:a="http://schemas.openxmlformats.org/drawingml/2006/main" w="9525">
            <a:solidFill>
              <a:srgbClr val="625F55"/>
            </a:solidFill>
            <a:prstDash val="solid"/>
          </a:ln>
        </p:spPr>
      </p:sp>
      <p:sp>
        <p:nvSpPr>
          <p:cNvPr id="13" name="image-text-copy-shadow">
            <a:extLst xmlns:a="http://schemas.openxmlformats.org/drawingml/2006/main">
              <a:ext uri="{FF2B5EF4-FFF2-40B4-BE49-F238E27FC236}">
                <a16:creationId xmlns:a16="http://schemas.microsoft.com/office/drawing/2014/main" id="{14C1C850-1851-40DD-A2BF-D534EF0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15265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4" name="image-text-copy">
            <a:extLst xmlns:a="http://schemas.openxmlformats.org/drawingml/2006/main">
              <a:ext uri="{FF2B5EF4-FFF2-40B4-BE49-F238E27FC236}">
                <a16:creationId xmlns:a16="http://schemas.microsoft.com/office/drawing/2014/main" id="{34175201-DE7A-4580-9240-F1ECACC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095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5" name="image-text-title">
            <a:extLst xmlns:a="http://schemas.openxmlformats.org/drawingml/2006/main">
              <a:ext uri="{FF2B5EF4-FFF2-40B4-BE49-F238E27FC236}">
                <a16:creationId xmlns:a16="http://schemas.microsoft.com/office/drawing/2014/main" id="{D38C3726-E1B7-4808-94AC-9EC4A3F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24765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图像先承担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主视觉</a:t>
            </a:r>
          </a:p>
        </p:txBody>
      </p:sp>
      <p:sp>
        <p:nvSpPr>
          <p:cNvPr id="16" name="image-text-body">
            <a:extLst xmlns:a="http://schemas.openxmlformats.org/drawingml/2006/main">
              <a:ext uri="{FF2B5EF4-FFF2-40B4-BE49-F238E27FC236}">
                <a16:creationId xmlns:a16="http://schemas.microsoft.com/office/drawing/2014/main" id="{B30165E7-852C-435E-AD76-24B27527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619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文字只负责把图像和观点扣在一起。</a:t>
            </a:r>
          </a:p>
        </p:txBody>
      </p:sp>
    </p:spTree>
    <p:extLst>
      <p:ext uri="{BB962C8B-B14F-4D97-AF65-F5344CB8AC3E}">
        <p14:creationId xmlns:p14="http://schemas.microsoft.com/office/powerpoint/2010/main" val="141972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0-code">
            <a:extLst xmlns:a="http://schemas.openxmlformats.org/drawingml/2006/main">
              <a:ext uri="{FF2B5EF4-FFF2-40B4-BE49-F238E27FC236}">
                <a16:creationId xmlns:a16="http://schemas.microsoft.com/office/drawing/2014/main" id="{351125E7-510D-447D-A014-FCACB48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C10 / COLLAGE</a:t>
            </a:r>
          </a:p>
        </p:txBody>
      </p:sp>
      <p:sp>
        <p:nvSpPr>
          <p:cNvPr id="2" name="page-10-note">
            <a:extLst xmlns:a="http://schemas.openxmlformats.org/drawingml/2006/main">
              <a:ext uri="{FF2B5EF4-FFF2-40B4-BE49-F238E27FC236}">
                <a16:creationId xmlns:a16="http://schemas.microsoft.com/office/drawing/2014/main" id="{90A8CC50-4DF9-4E9A-B13C-CB59ABD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一主两辅 / 不平均</a:t>
            </a:r>
          </a:p>
        </p:txBody>
      </p:sp>
      <p:sp>
        <p:nvSpPr>
          <p:cNvPr id="3" name="page-10-title">
            <a:extLst xmlns:a="http://schemas.openxmlformats.org/drawingml/2006/main">
              <a:ext uri="{FF2B5EF4-FFF2-40B4-BE49-F238E27FC236}">
                <a16:creationId xmlns:a16="http://schemas.microsoft.com/office/drawing/2014/main" id="{32FCFCCC-142D-43BE-8BF1-D54B580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图片拼贴页</a:t>
            </a:r>
          </a:p>
        </p:txBody>
      </p:sp>
      <p:sp>
        <p:nvSpPr>
          <p:cNvPr id="4" name="page-10-folio">
            <a:extLst xmlns:a="http://schemas.openxmlformats.org/drawingml/2006/main">
              <a:ext uri="{FF2B5EF4-FFF2-40B4-BE49-F238E27FC236}">
                <a16:creationId xmlns:a16="http://schemas.microsoft.com/office/drawing/2014/main" id="{79963A8E-EE41-4276-8195-3176EE3D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P10 / COLLAGE</a:t>
            </a:r>
          </a:p>
        </p:txBody>
      </p:sp>
      <p:sp>
        <p:nvSpPr>
          <p:cNvPr id="5" name="page-10-use-shadow">
            <a:extLst xmlns:a="http://schemas.openxmlformats.org/drawingml/2006/main">
              <a:ext uri="{FF2B5EF4-FFF2-40B4-BE49-F238E27FC236}">
                <a16:creationId xmlns:a16="http://schemas.microsoft.com/office/drawing/2014/main" id="{D2CBE7E4-64E0-483B-9898-7C84A7C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10-use">
            <a:extLst xmlns:a="http://schemas.openxmlformats.org/drawingml/2006/main">
              <a:ext uri="{FF2B5EF4-FFF2-40B4-BE49-F238E27FC236}">
                <a16:creationId xmlns:a16="http://schemas.microsoft.com/office/drawing/2014/main" id="{2994C2BB-B199-4515-BB2C-7B3D2449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10-use-text">
            <a:extLst xmlns:a="http://schemas.openxmlformats.org/drawingml/2006/main">
              <a:ext uri="{FF2B5EF4-FFF2-40B4-BE49-F238E27FC236}">
                <a16:creationId xmlns:a16="http://schemas.microsoft.com/office/drawing/2014/main" id="{D6166E53-A9C1-4EBC-B96D-30ED6A9A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collage-main-shadow">
            <a:extLst xmlns:a="http://schemas.openxmlformats.org/drawingml/2006/main">
              <a:ext uri="{FF2B5EF4-FFF2-40B4-BE49-F238E27FC236}">
                <a16:creationId xmlns:a16="http://schemas.microsoft.com/office/drawing/2014/main" id="{13133555-AF18-4979-9DAD-A53A5601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58115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9" name="collage-main">
            <a:extLst xmlns:a="http://schemas.openxmlformats.org/drawingml/2006/main">
              <a:ext uri="{FF2B5EF4-FFF2-40B4-BE49-F238E27FC236}">
                <a16:creationId xmlns:a16="http://schemas.microsoft.com/office/drawing/2014/main" id="{70E021BB-B05C-4A8E-B2A4-5B16C1B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15240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0" name="collage-main-label-shape">
            <a:extLst xmlns:a="http://schemas.openxmlformats.org/drawingml/2006/main">
              <a:ext uri="{FF2B5EF4-FFF2-40B4-BE49-F238E27FC236}">
                <a16:creationId xmlns:a16="http://schemas.microsoft.com/office/drawing/2014/main" id="{6760BB06-E3F8-4B26-BD68-9E0075C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733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1" name="collage-main-label">
            <a:extLst xmlns:a="http://schemas.openxmlformats.org/drawingml/2006/main">
              <a:ext uri="{FF2B5EF4-FFF2-40B4-BE49-F238E27FC236}">
                <a16:creationId xmlns:a16="http://schemas.microsoft.com/office/drawing/2014/main" id="{48FDCCBB-BFF9-4F9B-9830-FD64EC0A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811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2" name="collage-side-1-shadow">
            <a:extLst xmlns:a="http://schemas.openxmlformats.org/drawingml/2006/main">
              <a:ext uri="{FF2B5EF4-FFF2-40B4-BE49-F238E27FC236}">
                <a16:creationId xmlns:a16="http://schemas.microsoft.com/office/drawing/2014/main" id="{67B510BC-8F79-4CCF-BC2B-2D0E608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5811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3" name="collage-side-1">
            <a:extLst xmlns:a="http://schemas.openxmlformats.org/drawingml/2006/main">
              <a:ext uri="{FF2B5EF4-FFF2-40B4-BE49-F238E27FC236}">
                <a16:creationId xmlns:a16="http://schemas.microsoft.com/office/drawing/2014/main" id="{C9992BA8-3499-4C71-8DC6-133E1DB5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152400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4" name="collage-side-label-1-shape">
            <a:extLst xmlns:a="http://schemas.openxmlformats.org/drawingml/2006/main">
              <a:ext uri="{FF2B5EF4-FFF2-40B4-BE49-F238E27FC236}">
                <a16:creationId xmlns:a16="http://schemas.microsoft.com/office/drawing/2014/main" id="{A8DA23CD-224B-41F3-B398-2FA62C4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733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5" name="collage-side-label-1">
            <a:extLst xmlns:a="http://schemas.openxmlformats.org/drawingml/2006/main">
              <a:ext uri="{FF2B5EF4-FFF2-40B4-BE49-F238E27FC236}">
                <a16:creationId xmlns:a16="http://schemas.microsoft.com/office/drawing/2014/main" id="{B4D925FF-0F61-475B-A61E-2C3DEFA7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7811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EVIDENCE B</a:t>
            </a:r>
          </a:p>
        </p:txBody>
      </p:sp>
      <p:sp>
        <p:nvSpPr>
          <p:cNvPr id="16" name="collage-side-2-shadow">
            <a:extLst xmlns:a="http://schemas.openxmlformats.org/drawingml/2006/main">
              <a:ext uri="{FF2B5EF4-FFF2-40B4-BE49-F238E27FC236}">
                <a16:creationId xmlns:a16="http://schemas.microsoft.com/office/drawing/2014/main" id="{D29F3F36-214D-4595-8174-EA37A11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38671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17" name="collage-side-2">
            <a:extLst xmlns:a="http://schemas.openxmlformats.org/drawingml/2006/main">
              <a:ext uri="{FF2B5EF4-FFF2-40B4-BE49-F238E27FC236}">
                <a16:creationId xmlns:a16="http://schemas.microsoft.com/office/drawing/2014/main" id="{D432D2A8-5B37-4961-86CD-D00D02EC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000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8" name="collage-side-label-2-shape">
            <a:extLst xmlns:a="http://schemas.openxmlformats.org/drawingml/2006/main">
              <a:ext uri="{FF2B5EF4-FFF2-40B4-BE49-F238E27FC236}">
                <a16:creationId xmlns:a16="http://schemas.microsoft.com/office/drawing/2014/main" id="{268337A9-7DA5-4303-B240-5383AB2D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4019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9" name="collage-side-label-2">
            <a:extLst xmlns:a="http://schemas.openxmlformats.org/drawingml/2006/main">
              <a:ext uri="{FF2B5EF4-FFF2-40B4-BE49-F238E27FC236}">
                <a16:creationId xmlns:a16="http://schemas.microsoft.com/office/drawing/2014/main" id="{F4CD5ED0-276A-40C9-8B43-F3F4BCC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0671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EVIDENCE C</a:t>
            </a:r>
          </a:p>
        </p:txBody>
      </p:sp>
    </p:spTree>
    <p:extLst>
      <p:ext uri="{BB962C8B-B14F-4D97-AF65-F5344CB8AC3E}">
        <p14:creationId xmlns:p14="http://schemas.microsoft.com/office/powerpoint/2010/main" val="1679810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1-code">
            <a:extLst xmlns:a="http://schemas.openxmlformats.org/drawingml/2006/main">
              <a:ext uri="{FF2B5EF4-FFF2-40B4-BE49-F238E27FC236}">
                <a16:creationId xmlns:a16="http://schemas.microsoft.com/office/drawing/2014/main" id="{29D0263E-9352-41D2-808C-07005259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C11 / BRAND ASSETS</a:t>
            </a:r>
          </a:p>
        </p:txBody>
      </p:sp>
      <p:sp>
        <p:nvSpPr>
          <p:cNvPr id="2" name="page-11-note">
            <a:extLst xmlns:a="http://schemas.openxmlformats.org/drawingml/2006/main">
              <a:ext uri="{FF2B5EF4-FFF2-40B4-BE49-F238E27FC236}">
                <a16:creationId xmlns:a16="http://schemas.microsoft.com/office/drawing/2014/main" id="{B426EE26-CA67-4C16-AE91-C0D0023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品牌资产不临场伪造</a:t>
            </a:r>
          </a:p>
        </p:txBody>
      </p:sp>
      <p:sp>
        <p:nvSpPr>
          <p:cNvPr id="3" name="page-11-title">
            <a:extLst xmlns:a="http://schemas.openxmlformats.org/drawingml/2006/main">
              <a:ext uri="{FF2B5EF4-FFF2-40B4-BE49-F238E27FC236}">
                <a16:creationId xmlns:a16="http://schemas.microsoft.com/office/drawing/2014/main" id="{0D843A30-A469-445E-9DC9-C4D75EF5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Logo / IP 资产页</a:t>
            </a:r>
          </a:p>
        </p:txBody>
      </p:sp>
      <p:sp>
        <p:nvSpPr>
          <p:cNvPr id="4" name="page-11-folio">
            <a:extLst xmlns:a="http://schemas.openxmlformats.org/drawingml/2006/main">
              <a:ext uri="{FF2B5EF4-FFF2-40B4-BE49-F238E27FC236}">
                <a16:creationId xmlns:a16="http://schemas.microsoft.com/office/drawing/2014/main" id="{8FA6C191-05F5-4540-BB72-08EA2B9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P11 / BRAND ASSETS</a:t>
            </a:r>
          </a:p>
        </p:txBody>
      </p:sp>
      <p:sp>
        <p:nvSpPr>
          <p:cNvPr id="5" name="page-11-use-shadow">
            <a:extLst xmlns:a="http://schemas.openxmlformats.org/drawingml/2006/main">
              <a:ext uri="{FF2B5EF4-FFF2-40B4-BE49-F238E27FC236}">
                <a16:creationId xmlns:a16="http://schemas.microsoft.com/office/drawing/2014/main" id="{AF564746-CA62-4EF0-B389-FD30D6DC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11-use">
            <a:extLst xmlns:a="http://schemas.openxmlformats.org/drawingml/2006/main">
              <a:ext uri="{FF2B5EF4-FFF2-40B4-BE49-F238E27FC236}">
                <a16:creationId xmlns:a16="http://schemas.microsoft.com/office/drawing/2014/main" id="{C7A2F1E2-F764-4B7E-B855-C7BF5C5F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11-use-text">
            <a:extLst xmlns:a="http://schemas.openxmlformats.org/drawingml/2006/main">
              <a:ext uri="{FF2B5EF4-FFF2-40B4-BE49-F238E27FC236}">
                <a16:creationId xmlns:a16="http://schemas.microsoft.com/office/drawing/2014/main" id="{2F86C179-6C32-4D35-A483-0EBD1BA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brand-logo-shadow">
            <a:extLst xmlns:a="http://schemas.openxmlformats.org/drawingml/2006/main">
              <a:ext uri="{FF2B5EF4-FFF2-40B4-BE49-F238E27FC236}">
                <a16:creationId xmlns:a16="http://schemas.microsoft.com/office/drawing/2014/main" id="{B59622C9-29B5-455A-AFB0-2EDFE6A3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6764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9" name="brand-logo">
            <a:extLst xmlns:a="http://schemas.openxmlformats.org/drawingml/2006/main">
              <a:ext uri="{FF2B5EF4-FFF2-40B4-BE49-F238E27FC236}">
                <a16:creationId xmlns:a16="http://schemas.microsoft.com/office/drawing/2014/main" id="{AC417781-79C9-4E72-8DFE-050CAAFD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0" name="brand-logo-label-shape">
            <a:extLst xmlns:a="http://schemas.openxmlformats.org/drawingml/2006/main">
              <a:ext uri="{FF2B5EF4-FFF2-40B4-BE49-F238E27FC236}">
                <a16:creationId xmlns:a16="http://schemas.microsoft.com/office/drawing/2014/main" id="{5F7D9611-8BBB-497E-B094-BD362BC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828800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1" name="brand-logo-label">
            <a:extLst xmlns:a="http://schemas.openxmlformats.org/drawingml/2006/main">
              <a:ext uri="{FF2B5EF4-FFF2-40B4-BE49-F238E27FC236}">
                <a16:creationId xmlns:a16="http://schemas.microsoft.com/office/drawing/2014/main" id="{071841AD-C224-4B2F-AA48-965466A7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1876425"/>
            <a:ext cx="1457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LOGO / ORIGINAL</a:t>
            </a:r>
          </a:p>
        </p:txBody>
      </p:sp>
      <p:sp>
        <p:nvSpPr>
          <p:cNvPr id="12" name="brand-logo-copy">
            <a:extLst xmlns:a="http://schemas.openxmlformats.org/drawingml/2006/main">
              <a:ext uri="{FF2B5EF4-FFF2-40B4-BE49-F238E27FC236}">
                <a16:creationId xmlns:a16="http://schemas.microsoft.com/office/drawing/2014/main" id="{F3605DAE-465A-4F7E-962D-AC5C4797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6670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3"/>
                </a:solidFill>
              </a:defRPr>
            </a:pPr>
            <a:r>
              <a:rPr sz="2250" b="1">
                <a:solidFill>
                  <a:srgbClr val="171713"/>
                </a:solidFill>
              </a:rPr>
              <a:t>保持原貌</a:t>
            </a:r>
          </a:p>
          <a:p xmlns:a="http://schemas.openxmlformats.org/drawingml/2006/main">
            <a:pPr algn="ctr">
              <a:defRPr sz="2250" b="1">
                <a:solidFill>
                  <a:srgbClr val="171713"/>
                </a:solidFill>
              </a:defRPr>
            </a:pPr>
            <a:r>
              <a:rPr sz="2250" b="1">
                <a:solidFill>
                  <a:srgbClr val="171713"/>
                </a:solidFill>
              </a:rPr>
              <a:t>只进入固定角标</a:t>
            </a:r>
          </a:p>
        </p:txBody>
      </p:sp>
      <p:sp>
        <p:nvSpPr>
          <p:cNvPr id="13" name="brand-ip-shadow">
            <a:extLst xmlns:a="http://schemas.openxmlformats.org/drawingml/2006/main">
              <a:ext uri="{FF2B5EF4-FFF2-40B4-BE49-F238E27FC236}">
                <a16:creationId xmlns:a16="http://schemas.microsoft.com/office/drawing/2014/main" id="{FFF24C07-6DF8-49BC-9051-CAADA9F3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16764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4" name="brand-ip">
            <a:extLst xmlns:a="http://schemas.openxmlformats.org/drawingml/2006/main">
              <a:ext uri="{FF2B5EF4-FFF2-40B4-BE49-F238E27FC236}">
                <a16:creationId xmlns:a16="http://schemas.microsoft.com/office/drawing/2014/main" id="{6809A918-4720-47F1-A8BF-FC732956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6192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5" name="brand-ip-label-shape">
            <a:extLst xmlns:a="http://schemas.openxmlformats.org/drawingml/2006/main">
              <a:ext uri="{FF2B5EF4-FFF2-40B4-BE49-F238E27FC236}">
                <a16:creationId xmlns:a16="http://schemas.microsoft.com/office/drawing/2014/main" id="{F5766843-0B70-4E74-91D5-2F24185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8288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9525">
            <a:solidFill>
              <a:srgbClr val="171713"/>
            </a:solidFill>
            <a:prstDash val="solid"/>
          </a:ln>
        </p:spPr>
      </p:sp>
      <p:sp>
        <p:nvSpPr>
          <p:cNvPr id="16" name="brand-ip-label">
            <a:extLst xmlns:a="http://schemas.openxmlformats.org/drawingml/2006/main">
              <a:ext uri="{FF2B5EF4-FFF2-40B4-BE49-F238E27FC236}">
                <a16:creationId xmlns:a16="http://schemas.microsoft.com/office/drawing/2014/main" id="{13F4E805-856C-4376-AEA7-8A2F798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1876425"/>
            <a:ext cx="1743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IP / STYLE TRANSFER</a:t>
            </a:r>
          </a:p>
        </p:txBody>
      </p:sp>
      <p:sp>
        <p:nvSpPr>
          <p:cNvPr id="17" name="brand-ip-copy">
            <a:extLst xmlns:a="http://schemas.openxmlformats.org/drawingml/2006/main">
              <a:ext uri="{FF2B5EF4-FFF2-40B4-BE49-F238E27FC236}">
                <a16:creationId xmlns:a16="http://schemas.microsoft.com/office/drawing/2014/main" id="{F6E522EA-5B03-4F11-8A9A-48FB2B6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6670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713"/>
                </a:solidFill>
              </a:defRPr>
            </a:pPr>
            <a:r>
              <a:rPr sz="2250" b="1">
                <a:solidFill>
                  <a:srgbClr val="171713"/>
                </a:solidFill>
              </a:rPr>
              <a:t>先确认保留特征</a:t>
            </a:r>
          </a:p>
          <a:p xmlns:a="http://schemas.openxmlformats.org/drawingml/2006/main">
            <a:pPr algn="ctr">
              <a:defRPr sz="2250" b="1">
                <a:solidFill>
                  <a:srgbClr val="171713"/>
                </a:solidFill>
              </a:defRPr>
            </a:pPr>
            <a:r>
              <a:rPr sz="2250" b="1">
                <a:solidFill>
                  <a:srgbClr val="171713"/>
                </a:solidFill>
              </a:rPr>
              <a:t>再做风格统一</a:t>
            </a:r>
          </a:p>
        </p:txBody>
      </p:sp>
    </p:spTree>
    <p:extLst>
      <p:ext uri="{BB962C8B-B14F-4D97-AF65-F5344CB8AC3E}">
        <p14:creationId xmlns:p14="http://schemas.microsoft.com/office/powerpoint/2010/main" val="596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2-code">
            <a:extLst xmlns:a="http://schemas.openxmlformats.org/drawingml/2006/main">
              <a:ext uri="{FF2B5EF4-FFF2-40B4-BE49-F238E27FC236}">
                <a16:creationId xmlns:a16="http://schemas.microsoft.com/office/drawing/2014/main" id="{5EB39CF0-A8E3-433D-9466-7B21060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C12 / GENERATED ASSET</a:t>
            </a:r>
          </a:p>
        </p:txBody>
      </p:sp>
      <p:sp>
        <p:nvSpPr>
          <p:cNvPr id="2" name="page-12-note">
            <a:extLst xmlns:a="http://schemas.openxmlformats.org/drawingml/2006/main">
              <a:ext uri="{FF2B5EF4-FFF2-40B4-BE49-F238E27FC236}">
                <a16:creationId xmlns:a16="http://schemas.microsoft.com/office/drawing/2014/main" id="{BEE6102B-741C-4D63-B73F-9EC52873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非文字、非事实素材</a:t>
            </a:r>
          </a:p>
        </p:txBody>
      </p:sp>
      <p:sp>
        <p:nvSpPr>
          <p:cNvPr id="3" name="page-12-title">
            <a:extLst xmlns:a="http://schemas.openxmlformats.org/drawingml/2006/main">
              <a:ext uri="{FF2B5EF4-FFF2-40B4-BE49-F238E27FC236}">
                <a16:creationId xmlns:a16="http://schemas.microsoft.com/office/drawing/2014/main" id="{F051CFC8-F726-4254-AF2C-D295E21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出图资产页</a:t>
            </a:r>
          </a:p>
        </p:txBody>
      </p:sp>
      <p:sp>
        <p:nvSpPr>
          <p:cNvPr id="4" name="page-12-folio">
            <a:extLst xmlns:a="http://schemas.openxmlformats.org/drawingml/2006/main">
              <a:ext uri="{FF2B5EF4-FFF2-40B4-BE49-F238E27FC236}">
                <a16:creationId xmlns:a16="http://schemas.microsoft.com/office/drawing/2014/main" id="{079AD4E6-E8A6-4576-A5A6-4B2C69F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P12 / GENERATED ASSET</a:t>
            </a:r>
          </a:p>
        </p:txBody>
      </p:sp>
      <p:sp>
        <p:nvSpPr>
          <p:cNvPr id="5" name="page-12-use-shadow">
            <a:extLst xmlns:a="http://schemas.openxmlformats.org/drawingml/2006/main">
              <a:ext uri="{FF2B5EF4-FFF2-40B4-BE49-F238E27FC236}">
                <a16:creationId xmlns:a16="http://schemas.microsoft.com/office/drawing/2014/main" id="{A3F9B600-E8EE-4768-9807-C6510558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12-use">
            <a:extLst xmlns:a="http://schemas.openxmlformats.org/drawingml/2006/main">
              <a:ext uri="{FF2B5EF4-FFF2-40B4-BE49-F238E27FC236}">
                <a16:creationId xmlns:a16="http://schemas.microsoft.com/office/drawing/2014/main" id="{9500B7B7-01C2-4FCA-8B7B-EF11473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12-use-text">
            <a:extLst xmlns:a="http://schemas.openxmlformats.org/drawingml/2006/main">
              <a:ext uri="{FF2B5EF4-FFF2-40B4-BE49-F238E27FC236}">
                <a16:creationId xmlns:a16="http://schemas.microsoft.com/office/drawing/2014/main" id="{0CF258A2-4CC8-4DF2-8B05-8EB1A39E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asset-main">
            <a:extLst xmlns:a="http://schemas.openxmlformats.org/drawingml/2006/main">
              <a:ext uri="{FF2B5EF4-FFF2-40B4-BE49-F238E27FC236}">
                <a16:creationId xmlns:a16="http://schemas.microsoft.com/office/drawing/2014/main" id="{6058E0AC-AAD5-45E8-BFA4-99D2077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240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出图不是自由发挥</a:t>
            </a:r>
          </a:p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而是进入槽位</a:t>
            </a:r>
          </a:p>
        </p:txBody>
      </p:sp>
      <p:sp>
        <p:nvSpPr>
          <p:cNvPr id="9" name="asset-body">
            <a:extLst xmlns:a="http://schemas.openxmlformats.org/drawingml/2006/main">
              <a:ext uri="{FF2B5EF4-FFF2-40B4-BE49-F238E27FC236}">
                <a16:creationId xmlns:a16="http://schemas.microsoft.com/office/drawing/2014/main" id="{FB6DBA29-9640-4AA1-9DCF-16E79DB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0512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5F55"/>
                </a:solidFill>
              </a:defRPr>
            </a:pPr>
            <a:r>
              <a:rPr sz="1425" b="0">
                <a:solidFill>
                  <a:srgbClr val="625F55"/>
                </a:solidFill>
              </a:rPr>
              <a:t>每张图先确认用途、比例、裁切和事实边界。</a:t>
            </a:r>
          </a:p>
        </p:txBody>
      </p:sp>
      <p:sp>
        <p:nvSpPr>
          <p:cNvPr id="10" name="asset-0-shadow">
            <a:extLst xmlns:a="http://schemas.openxmlformats.org/drawingml/2006/main">
              <a:ext uri="{FF2B5EF4-FFF2-40B4-BE49-F238E27FC236}">
                <a16:creationId xmlns:a16="http://schemas.microsoft.com/office/drawing/2014/main" id="{5210DA69-946A-4579-9421-7CEF06E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162877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1" name="asset-0">
            <a:extLst xmlns:a="http://schemas.openxmlformats.org/drawingml/2006/main">
              <a:ext uri="{FF2B5EF4-FFF2-40B4-BE49-F238E27FC236}">
                <a16:creationId xmlns:a16="http://schemas.microsoft.com/office/drawing/2014/main" id="{8E2AA90E-158B-40CF-AF58-0CE43F4C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5716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2" name="asset-num-0">
            <a:extLst xmlns:a="http://schemas.openxmlformats.org/drawingml/2006/main">
              <a:ext uri="{FF2B5EF4-FFF2-40B4-BE49-F238E27FC236}">
                <a16:creationId xmlns:a16="http://schemas.microsoft.com/office/drawing/2014/main" id="{5FD004B3-F453-4628-9171-E9C78768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800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153B8"/>
                </a:solidFill>
              </a:defRPr>
            </a:pPr>
            <a:r>
              <a:rPr sz="2025" b="1">
                <a:solidFill>
                  <a:srgbClr val="3153B8"/>
                </a:solidFill>
              </a:rPr>
              <a:t>A</a:t>
            </a:r>
          </a:p>
        </p:txBody>
      </p:sp>
      <p:sp>
        <p:nvSpPr>
          <p:cNvPr id="13" name="asset-title-0">
            <a:extLst xmlns:a="http://schemas.openxmlformats.org/drawingml/2006/main">
              <a:ext uri="{FF2B5EF4-FFF2-40B4-BE49-F238E27FC236}">
                <a16:creationId xmlns:a16="http://schemas.microsoft.com/office/drawing/2014/main" id="{2DB0EC2D-DF40-4322-89F5-58C48F2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1857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3"/>
                </a:solidFill>
              </a:defRPr>
            </a:pPr>
            <a:r>
              <a:rPr sz="1500" b="1">
                <a:solidFill>
                  <a:srgbClr val="171713"/>
                </a:solidFill>
              </a:rPr>
              <a:t>原图输入</a:t>
            </a:r>
          </a:p>
        </p:txBody>
      </p:sp>
      <p:sp>
        <p:nvSpPr>
          <p:cNvPr id="14" name="asset-1-shadow">
            <a:extLst xmlns:a="http://schemas.openxmlformats.org/drawingml/2006/main">
              <a:ext uri="{FF2B5EF4-FFF2-40B4-BE49-F238E27FC236}">
                <a16:creationId xmlns:a16="http://schemas.microsoft.com/office/drawing/2014/main" id="{8AB52012-C990-4A1C-8F42-00CF720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162877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5" name="asset-1">
            <a:extLst xmlns:a="http://schemas.openxmlformats.org/drawingml/2006/main">
              <a:ext uri="{FF2B5EF4-FFF2-40B4-BE49-F238E27FC236}">
                <a16:creationId xmlns:a16="http://schemas.microsoft.com/office/drawing/2014/main" id="{25979E5B-4B8C-4697-9D5B-6E764B3B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716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6" name="asset-num-1">
            <a:extLst xmlns:a="http://schemas.openxmlformats.org/drawingml/2006/main">
              <a:ext uri="{FF2B5EF4-FFF2-40B4-BE49-F238E27FC236}">
                <a16:creationId xmlns:a16="http://schemas.microsoft.com/office/drawing/2014/main" id="{7CBCA72C-9EB7-4B9A-B83F-EF125A3C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1800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186"/>
                </a:solidFill>
              </a:defRPr>
            </a:pPr>
            <a:r>
              <a:rPr sz="2025" b="1">
                <a:solidFill>
                  <a:srgbClr val="E76186"/>
                </a:solidFill>
              </a:rPr>
              <a:t>B</a:t>
            </a:r>
          </a:p>
        </p:txBody>
      </p:sp>
      <p:sp>
        <p:nvSpPr>
          <p:cNvPr id="17" name="asset-title-1">
            <a:extLst xmlns:a="http://schemas.openxmlformats.org/drawingml/2006/main">
              <a:ext uri="{FF2B5EF4-FFF2-40B4-BE49-F238E27FC236}">
                <a16:creationId xmlns:a16="http://schemas.microsoft.com/office/drawing/2014/main" id="{174CECCB-D222-4B62-B73B-7406196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857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3"/>
                </a:solidFill>
              </a:defRPr>
            </a:pPr>
            <a:r>
              <a:rPr sz="1500" b="1">
                <a:solidFill>
                  <a:srgbClr val="171713"/>
                </a:solidFill>
              </a:rPr>
              <a:t>风格统一</a:t>
            </a:r>
          </a:p>
        </p:txBody>
      </p:sp>
      <p:sp>
        <p:nvSpPr>
          <p:cNvPr id="18" name="asset-2-shadow">
            <a:extLst xmlns:a="http://schemas.openxmlformats.org/drawingml/2006/main">
              <a:ext uri="{FF2B5EF4-FFF2-40B4-BE49-F238E27FC236}">
                <a16:creationId xmlns:a16="http://schemas.microsoft.com/office/drawing/2014/main" id="{50789856-3CC4-4F59-A480-67EFA55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36290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19" name="asset-2">
            <a:extLst xmlns:a="http://schemas.openxmlformats.org/drawingml/2006/main">
              <a:ext uri="{FF2B5EF4-FFF2-40B4-BE49-F238E27FC236}">
                <a16:creationId xmlns:a16="http://schemas.microsoft.com/office/drawing/2014/main" id="{6E318BB3-2B17-4180-9DD5-B8C224F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57187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0" name="asset-num-2">
            <a:extLst xmlns:a="http://schemas.openxmlformats.org/drawingml/2006/main">
              <a:ext uri="{FF2B5EF4-FFF2-40B4-BE49-F238E27FC236}">
                <a16:creationId xmlns:a16="http://schemas.microsoft.com/office/drawing/2014/main" id="{F2A7959A-BE3E-41A5-A352-6EDF2A3C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8004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B13F"/>
                </a:solidFill>
              </a:defRPr>
            </a:pPr>
            <a:r>
              <a:rPr sz="2025" b="1">
                <a:solidFill>
                  <a:srgbClr val="E8B13F"/>
                </a:solidFill>
              </a:rPr>
              <a:t>C</a:t>
            </a:r>
          </a:p>
        </p:txBody>
      </p:sp>
      <p:sp>
        <p:nvSpPr>
          <p:cNvPr id="21" name="asset-title-2">
            <a:extLst xmlns:a="http://schemas.openxmlformats.org/drawingml/2006/main">
              <a:ext uri="{FF2B5EF4-FFF2-40B4-BE49-F238E27FC236}">
                <a16:creationId xmlns:a16="http://schemas.microsoft.com/office/drawing/2014/main" id="{F7A7F0E5-8CA5-48A7-8D0A-72DA54E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857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3"/>
                </a:solidFill>
              </a:defRPr>
            </a:pPr>
            <a:r>
              <a:rPr sz="1500" b="1">
                <a:solidFill>
                  <a:srgbClr val="171713"/>
                </a:solidFill>
              </a:rPr>
              <a:t>抠图裁切</a:t>
            </a:r>
          </a:p>
        </p:txBody>
      </p:sp>
      <p:sp>
        <p:nvSpPr>
          <p:cNvPr id="22" name="asset-3-shadow">
            <a:extLst xmlns:a="http://schemas.openxmlformats.org/drawingml/2006/main">
              <a:ext uri="{FF2B5EF4-FFF2-40B4-BE49-F238E27FC236}">
                <a16:creationId xmlns:a16="http://schemas.microsoft.com/office/drawing/2014/main" id="{AA4EE181-449F-421E-A7A4-FC4C42A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36290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23" name="asset-3">
            <a:extLst xmlns:a="http://schemas.openxmlformats.org/drawingml/2006/main">
              <a:ext uri="{FF2B5EF4-FFF2-40B4-BE49-F238E27FC236}">
                <a16:creationId xmlns:a16="http://schemas.microsoft.com/office/drawing/2014/main" id="{99EF5CC7-120A-4BC7-A18C-D31184A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57187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4" name="asset-num-3">
            <a:extLst xmlns:a="http://schemas.openxmlformats.org/drawingml/2006/main">
              <a:ext uri="{FF2B5EF4-FFF2-40B4-BE49-F238E27FC236}">
                <a16:creationId xmlns:a16="http://schemas.microsoft.com/office/drawing/2014/main" id="{8822F5AD-0F20-4D2B-BF95-A342B374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38004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3"/>
                </a:solidFill>
              </a:defRPr>
            </a:pPr>
            <a:r>
              <a:rPr sz="2025" b="1">
                <a:solidFill>
                  <a:srgbClr val="171713"/>
                </a:solidFill>
              </a:rPr>
              <a:t>D</a:t>
            </a:r>
          </a:p>
        </p:txBody>
      </p:sp>
      <p:sp>
        <p:nvSpPr>
          <p:cNvPr id="25" name="asset-title-3">
            <a:extLst xmlns:a="http://schemas.openxmlformats.org/drawingml/2006/main">
              <a:ext uri="{FF2B5EF4-FFF2-40B4-BE49-F238E27FC236}">
                <a16:creationId xmlns:a16="http://schemas.microsoft.com/office/drawing/2014/main" id="{226B7D48-B94A-4E82-9547-2EC1E3F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3857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3"/>
                </a:solidFill>
              </a:defRPr>
            </a:pPr>
            <a:r>
              <a:rPr sz="1500" b="1">
                <a:solidFill>
                  <a:srgbClr val="171713"/>
                </a:solidFill>
              </a:rPr>
              <a:t>进入槽位</a:t>
            </a:r>
          </a:p>
        </p:txBody>
      </p:sp>
    </p:spTree>
    <p:extLst>
      <p:ext uri="{BB962C8B-B14F-4D97-AF65-F5344CB8AC3E}">
        <p14:creationId xmlns:p14="http://schemas.microsoft.com/office/powerpoint/2010/main" val="1411448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3-code">
            <a:extLst xmlns:a="http://schemas.openxmlformats.org/drawingml/2006/main">
              <a:ext uri="{FF2B5EF4-FFF2-40B4-BE49-F238E27FC236}">
                <a16:creationId xmlns:a16="http://schemas.microsoft.com/office/drawing/2014/main" id="{5A550139-62C3-4CED-A2C2-4B852E1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667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C13 / CARD GROUP</a:t>
            </a:r>
          </a:p>
        </p:txBody>
      </p:sp>
      <p:sp>
        <p:nvSpPr>
          <p:cNvPr id="2" name="page-13-note">
            <a:extLst xmlns:a="http://schemas.openxmlformats.org/drawingml/2006/main">
              <a:ext uri="{FF2B5EF4-FFF2-40B4-BE49-F238E27FC236}">
                <a16:creationId xmlns:a16="http://schemas.microsoft.com/office/drawing/2014/main" id="{FA24BBE1-9AA6-4303-BDED-601CE93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66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5F55"/>
                </a:solidFill>
              </a:defRPr>
            </a:pPr>
            <a:r>
              <a:rPr sz="750" b="0">
                <a:solidFill>
                  <a:srgbClr val="625F55"/>
                </a:solidFill>
              </a:rPr>
              <a:t>同字段 / 同权重 / 无方向</a:t>
            </a:r>
          </a:p>
        </p:txBody>
      </p:sp>
      <p:sp>
        <p:nvSpPr>
          <p:cNvPr id="3" name="page-13-title">
            <a:extLst xmlns:a="http://schemas.openxmlformats.org/drawingml/2006/main">
              <a:ext uri="{FF2B5EF4-FFF2-40B4-BE49-F238E27FC236}">
                <a16:creationId xmlns:a16="http://schemas.microsoft.com/office/drawing/2014/main" id="{D378FCD9-A0F6-4911-8E3F-86295F7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905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3"/>
                </a:solidFill>
              </a:defRPr>
            </a:pPr>
            <a:r>
              <a:rPr sz="2850" b="1">
                <a:solidFill>
                  <a:srgbClr val="171713"/>
                </a:solidFill>
              </a:rPr>
              <a:t>并列卡片组</a:t>
            </a:r>
          </a:p>
        </p:txBody>
      </p:sp>
      <p:sp>
        <p:nvSpPr>
          <p:cNvPr id="4" name="page-13-folio">
            <a:extLst xmlns:a="http://schemas.openxmlformats.org/drawingml/2006/main">
              <a:ext uri="{FF2B5EF4-FFF2-40B4-BE49-F238E27FC236}">
                <a16:creationId xmlns:a16="http://schemas.microsoft.com/office/drawing/2014/main" id="{BFA89027-14EA-438E-A40B-81B5723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5F55"/>
                </a:solidFill>
              </a:defRPr>
            </a:pPr>
            <a:r>
              <a:rPr sz="675" b="0">
                <a:solidFill>
                  <a:srgbClr val="625F55"/>
                </a:solidFill>
              </a:rPr>
              <a:t>P13 / CARD GROUP</a:t>
            </a:r>
          </a:p>
        </p:txBody>
      </p:sp>
      <p:sp>
        <p:nvSpPr>
          <p:cNvPr id="5" name="page-13-use-shadow">
            <a:extLst xmlns:a="http://schemas.openxmlformats.org/drawingml/2006/main">
              <a:ext uri="{FF2B5EF4-FFF2-40B4-BE49-F238E27FC236}">
                <a16:creationId xmlns:a16="http://schemas.microsoft.com/office/drawing/2014/main" id="{EE240C05-DB7D-40CD-BBB3-E66D1528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5962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3"/>
          </a:solidFill>
          <a:ln xmlns:a="http://schemas.openxmlformats.org/drawingml/2006/main" w="0">
            <a:solidFill>
              <a:srgbClr val="171713"/>
            </a:solidFill>
            <a:prstDash val="solid"/>
          </a:ln>
        </p:spPr>
      </p:sp>
      <p:sp>
        <p:nvSpPr>
          <p:cNvPr id="6" name="page-13-use">
            <a:extLst xmlns:a="http://schemas.openxmlformats.org/drawingml/2006/main">
              <a:ext uri="{FF2B5EF4-FFF2-40B4-BE49-F238E27FC236}">
                <a16:creationId xmlns:a16="http://schemas.microsoft.com/office/drawing/2014/main" id="{DEB848E7-6B07-4843-A3B0-1B48336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905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7" name="page-13-use-text">
            <a:extLst xmlns:a="http://schemas.openxmlformats.org/drawingml/2006/main">
              <a:ext uri="{FF2B5EF4-FFF2-40B4-BE49-F238E27FC236}">
                <a16:creationId xmlns:a16="http://schemas.microsoft.com/office/drawing/2014/main" id="{77D97D67-9188-4C79-9E7B-97F83DB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5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5F55"/>
                </a:solidFill>
              </a:defRPr>
            </a:pPr>
            <a:r>
              <a:rPr sz="825" b="0">
                <a:solidFill>
                  <a:srgbClr val="625F55"/>
                </a:solidFill>
              </a:rPr>
              <a:t>可编辑组件 · 视觉系统 v0.4.0</a:t>
            </a:r>
          </a:p>
        </p:txBody>
      </p:sp>
      <p:sp>
        <p:nvSpPr>
          <p:cNvPr id="8" name="card-group-sub">
            <a:extLst xmlns:a="http://schemas.openxmlformats.org/drawingml/2006/main">
              <a:ext uri="{FF2B5EF4-FFF2-40B4-BE49-F238E27FC236}">
                <a16:creationId xmlns:a16="http://schemas.microsoft.com/office/drawing/2014/main" id="{81D2C0E6-F81F-45EF-8070-41B46B9F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57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5F55"/>
                </a:solidFill>
              </a:defRPr>
            </a:pPr>
            <a:r>
              <a:rPr sz="1500" b="0">
                <a:solidFill>
                  <a:srgbClr val="625F55"/>
                </a:solidFill>
              </a:rPr>
              <a:t>卡片只表达并列，不冒充流程、时间或层级。</a:t>
            </a:r>
          </a:p>
        </p:txBody>
      </p:sp>
      <p:sp>
        <p:nvSpPr>
          <p:cNvPr id="9" name="parallel-0-shadow">
            <a:extLst xmlns:a="http://schemas.openxmlformats.org/drawingml/2006/main">
              <a:ext uri="{FF2B5EF4-FFF2-40B4-BE49-F238E27FC236}">
                <a16:creationId xmlns:a16="http://schemas.microsoft.com/office/drawing/2014/main" id="{579761B8-148F-4D12-83EB-91FCA636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1526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0" name="parallel-0">
            <a:extLst xmlns:a="http://schemas.openxmlformats.org/drawingml/2006/main">
              <a:ext uri="{FF2B5EF4-FFF2-40B4-BE49-F238E27FC236}">
                <a16:creationId xmlns:a16="http://schemas.microsoft.com/office/drawing/2014/main" id="{03BCA405-E5E2-4EF5-9748-CD40FA9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1" name="parallel-0-strip">
            <a:extLst xmlns:a="http://schemas.openxmlformats.org/drawingml/2006/main">
              <a:ext uri="{FF2B5EF4-FFF2-40B4-BE49-F238E27FC236}">
                <a16:creationId xmlns:a16="http://schemas.microsoft.com/office/drawing/2014/main" id="{76A432C8-73F7-4678-8C5D-A4B16E12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095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2" name="parallel-0-index">
            <a:extLst xmlns:a="http://schemas.openxmlformats.org/drawingml/2006/main">
              <a:ext uri="{FF2B5EF4-FFF2-40B4-BE49-F238E27FC236}">
                <a16:creationId xmlns:a16="http://schemas.microsoft.com/office/drawing/2014/main" id="{CF8033B8-9522-4B9A-89BA-6F85417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219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parallel-0-title">
            <a:extLst xmlns:a="http://schemas.openxmlformats.org/drawingml/2006/main">
              <a:ext uri="{FF2B5EF4-FFF2-40B4-BE49-F238E27FC236}">
                <a16:creationId xmlns:a16="http://schemas.microsoft.com/office/drawing/2014/main" id="{5B41CEAB-EB6E-47F0-B31D-9DFEDC75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9146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内容</a:t>
            </a:r>
          </a:p>
        </p:txBody>
      </p:sp>
      <p:sp>
        <p:nvSpPr>
          <p:cNvPr id="14" name="parallel-0-rule">
            <a:extLst xmlns:a="http://schemas.openxmlformats.org/drawingml/2006/main">
              <a:ext uri="{FF2B5EF4-FFF2-40B4-BE49-F238E27FC236}">
                <a16:creationId xmlns:a16="http://schemas.microsoft.com/office/drawing/2014/main" id="{902D1659-F95B-46D2-9911-D2B0A11B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409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B8"/>
          </a:solidFill>
          <a:ln xmlns:a="http://schemas.openxmlformats.org/drawingml/2006/main" w="0">
            <a:solidFill>
              <a:srgbClr val="3153B8"/>
            </a:solidFill>
            <a:prstDash val="solid"/>
          </a:ln>
        </p:spPr>
      </p:sp>
      <p:sp>
        <p:nvSpPr>
          <p:cNvPr id="15" name="parallel-0-body">
            <a:extLst xmlns:a="http://schemas.openxmlformats.org/drawingml/2006/main">
              <a:ext uri="{FF2B5EF4-FFF2-40B4-BE49-F238E27FC236}">
                <a16:creationId xmlns:a16="http://schemas.microsoft.com/office/drawing/2014/main" id="{9DB5FFF5-2B74-4BC7-9DB6-B0934509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695700"/>
            <a:ext cx="2324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页数和可见文字</a:t>
            </a:r>
          </a:p>
        </p:txBody>
      </p:sp>
      <p:sp>
        <p:nvSpPr>
          <p:cNvPr id="16" name="parallel-1-shadow">
            <a:extLst xmlns:a="http://schemas.openxmlformats.org/drawingml/2006/main">
              <a:ext uri="{FF2B5EF4-FFF2-40B4-BE49-F238E27FC236}">
                <a16:creationId xmlns:a16="http://schemas.microsoft.com/office/drawing/2014/main" id="{53B40794-86CC-4F9F-9005-A850D962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1526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17" name="parallel-1">
            <a:extLst xmlns:a="http://schemas.openxmlformats.org/drawingml/2006/main">
              <a:ext uri="{FF2B5EF4-FFF2-40B4-BE49-F238E27FC236}">
                <a16:creationId xmlns:a16="http://schemas.microsoft.com/office/drawing/2014/main" id="{E3CA6744-45F9-438C-AD54-EE028CC2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8" name="parallel-1-strip">
            <a:extLst xmlns:a="http://schemas.openxmlformats.org/drawingml/2006/main">
              <a:ext uri="{FF2B5EF4-FFF2-40B4-BE49-F238E27FC236}">
                <a16:creationId xmlns:a16="http://schemas.microsoft.com/office/drawing/2014/main" id="{98565B34-ADD1-4FCB-A755-9BEE5B6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095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19" name="parallel-1-index">
            <a:extLst xmlns:a="http://schemas.openxmlformats.org/drawingml/2006/main">
              <a:ext uri="{FF2B5EF4-FFF2-40B4-BE49-F238E27FC236}">
                <a16:creationId xmlns:a16="http://schemas.microsoft.com/office/drawing/2014/main" id="{D80D1658-805A-4B37-8993-16A54660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2219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parallel-1-title">
            <a:extLst xmlns:a="http://schemas.openxmlformats.org/drawingml/2006/main">
              <a:ext uri="{FF2B5EF4-FFF2-40B4-BE49-F238E27FC236}">
                <a16:creationId xmlns:a16="http://schemas.microsoft.com/office/drawing/2014/main" id="{5D1E8A9C-64DA-499C-9979-A4D9B2F0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29146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形式</a:t>
            </a:r>
          </a:p>
        </p:txBody>
      </p:sp>
      <p:sp>
        <p:nvSpPr>
          <p:cNvPr id="21" name="parallel-1-rule">
            <a:extLst xmlns:a="http://schemas.openxmlformats.org/drawingml/2006/main">
              <a:ext uri="{FF2B5EF4-FFF2-40B4-BE49-F238E27FC236}">
                <a16:creationId xmlns:a16="http://schemas.microsoft.com/office/drawing/2014/main" id="{640CF37D-235D-4AA4-B80B-A76F9C5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409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186"/>
          </a:solidFill>
          <a:ln xmlns:a="http://schemas.openxmlformats.org/drawingml/2006/main" w="0">
            <a:solidFill>
              <a:srgbClr val="E76186"/>
            </a:solidFill>
            <a:prstDash val="solid"/>
          </a:ln>
        </p:spPr>
      </p:sp>
      <p:sp>
        <p:nvSpPr>
          <p:cNvPr id="22" name="parallel-1-body">
            <a:extLst xmlns:a="http://schemas.openxmlformats.org/drawingml/2006/main">
              <a:ext uri="{FF2B5EF4-FFF2-40B4-BE49-F238E27FC236}">
                <a16:creationId xmlns:a16="http://schemas.microsoft.com/office/drawing/2014/main" id="{46856654-0270-4067-9A2F-C79BF83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695700"/>
            <a:ext cx="2324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页面任务和变体</a:t>
            </a:r>
          </a:p>
        </p:txBody>
      </p:sp>
      <p:sp>
        <p:nvSpPr>
          <p:cNvPr id="23" name="parallel-2-shadow">
            <a:extLst xmlns:a="http://schemas.openxmlformats.org/drawingml/2006/main">
              <a:ext uri="{FF2B5EF4-FFF2-40B4-BE49-F238E27FC236}">
                <a16:creationId xmlns:a16="http://schemas.microsoft.com/office/drawing/2014/main" id="{1CB9B819-1AE2-49B5-AF49-0531BDA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21526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4" name="parallel-2">
            <a:extLst xmlns:a="http://schemas.openxmlformats.org/drawingml/2006/main">
              <a:ext uri="{FF2B5EF4-FFF2-40B4-BE49-F238E27FC236}">
                <a16:creationId xmlns:a16="http://schemas.microsoft.com/office/drawing/2014/main" id="{BBC85BA5-D713-49D0-AABA-DF959F28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095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D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5" name="parallel-2-strip">
            <a:extLst xmlns:a="http://schemas.openxmlformats.org/drawingml/2006/main">
              <a:ext uri="{FF2B5EF4-FFF2-40B4-BE49-F238E27FC236}">
                <a16:creationId xmlns:a16="http://schemas.microsoft.com/office/drawing/2014/main" id="{F566B4B3-9047-4C24-B4B6-65EE8CEB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095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19050">
            <a:solidFill>
              <a:srgbClr val="171713"/>
            </a:solidFill>
            <a:prstDash val="solid"/>
          </a:ln>
        </p:spPr>
      </p:sp>
      <p:sp>
        <p:nvSpPr>
          <p:cNvPr id="26" name="parallel-2-index">
            <a:extLst xmlns:a="http://schemas.openxmlformats.org/drawingml/2006/main">
              <a:ext uri="{FF2B5EF4-FFF2-40B4-BE49-F238E27FC236}">
                <a16:creationId xmlns:a16="http://schemas.microsoft.com/office/drawing/2014/main" id="{79743BF4-6E31-4F29-AAD1-9DA2186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2219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3"/>
                </a:solidFill>
              </a:defRPr>
            </a:pPr>
            <a:r>
              <a:rPr sz="2025" b="1">
                <a:solidFill>
                  <a:srgbClr val="171713"/>
                </a:solidFill>
              </a:rPr>
              <a:t>03</a:t>
            </a:r>
          </a:p>
        </p:txBody>
      </p:sp>
      <p:sp>
        <p:nvSpPr>
          <p:cNvPr id="27" name="parallel-2-title">
            <a:extLst xmlns:a="http://schemas.openxmlformats.org/drawingml/2006/main">
              <a:ext uri="{FF2B5EF4-FFF2-40B4-BE49-F238E27FC236}">
                <a16:creationId xmlns:a16="http://schemas.microsoft.com/office/drawing/2014/main" id="{D1FFBA70-650B-417D-8482-640D991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9146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3"/>
                </a:solidFill>
              </a:defRPr>
            </a:pPr>
            <a:r>
              <a:rPr sz="1725" b="1">
                <a:solidFill>
                  <a:srgbClr val="171713"/>
                </a:solidFill>
              </a:rPr>
              <a:t>资产</a:t>
            </a:r>
          </a:p>
        </p:txBody>
      </p:sp>
      <p:sp>
        <p:nvSpPr>
          <p:cNvPr id="28" name="parallel-2-rule">
            <a:extLst xmlns:a="http://schemas.openxmlformats.org/drawingml/2006/main">
              <a:ext uri="{FF2B5EF4-FFF2-40B4-BE49-F238E27FC236}">
                <a16:creationId xmlns:a16="http://schemas.microsoft.com/office/drawing/2014/main" id="{AB9A32C8-15DE-4B31-BA16-BFC8FF7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4099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13F"/>
          </a:solidFill>
          <a:ln xmlns:a="http://schemas.openxmlformats.org/drawingml/2006/main" w="0">
            <a:solidFill>
              <a:srgbClr val="E8B13F"/>
            </a:solidFill>
            <a:prstDash val="solid"/>
          </a:ln>
        </p:spPr>
      </p:sp>
      <p:sp>
        <p:nvSpPr>
          <p:cNvPr id="29" name="parallel-2-body">
            <a:extLst xmlns:a="http://schemas.openxmlformats.org/drawingml/2006/main">
              <a:ext uri="{FF2B5EF4-FFF2-40B4-BE49-F238E27FC236}">
                <a16:creationId xmlns:a16="http://schemas.microsoft.com/office/drawing/2014/main" id="{ED822693-DCC5-48BB-8B46-0686265E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695700"/>
            <a:ext cx="2324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5F55"/>
                </a:solidFill>
              </a:defRPr>
            </a:pPr>
            <a:r>
              <a:rPr sz="1200" b="0">
                <a:solidFill>
                  <a:srgbClr val="625F55"/>
                </a:solidFill>
              </a:rPr>
              <a:t>截图、插图和数据</a:t>
            </a:r>
          </a:p>
        </p:txBody>
      </p:sp>
    </p:spTree>
    <p:extLst>
      <p:ext uri="{BB962C8B-B14F-4D97-AF65-F5344CB8AC3E}">
        <p14:creationId xmlns:p14="http://schemas.microsoft.com/office/powerpoint/2010/main" val="1885345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2026-06-29T12:21:56.1110000Z</dcterms:created>
  <dcterms:modified xsi:type="dcterms:W3CDTF">2026-06-29T12:21:56.1110000Z</dcterms:modified>
</coreProperties>
</file>